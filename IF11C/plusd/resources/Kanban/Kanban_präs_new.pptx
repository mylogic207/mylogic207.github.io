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3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60" r:id="rId4"/>
    <p:sldId id="261" r:id="rId5"/>
    <p:sldId id="262" r:id="rId6"/>
    <p:sldId id="266" r:id="rId7"/>
    <p:sldId id="267" r:id="rId8"/>
    <p:sldId id="263" r:id="rId9"/>
    <p:sldId id="264" r:id="rId10"/>
    <p:sldId id="265" r:id="rId11"/>
    <p:sldId id="25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>
        <p:scale>
          <a:sx n="70" d="100"/>
          <a:sy n="70" d="100"/>
        </p:scale>
        <p:origin x="301" y="68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94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jon Fogel" userId="a695fa9b24a95d5e" providerId="LiveId" clId="{824A2FE1-7DEA-48FC-9C74-439EA5D94B4D}"/>
    <pc:docChg chg="undo redo custSel addSld delSld modSld sldOrd">
      <pc:chgData name="Lijon Fogel" userId="a695fa9b24a95d5e" providerId="LiveId" clId="{824A2FE1-7DEA-48FC-9C74-439EA5D94B4D}" dt="2021-12-22T09:36:33.127" v="779" actId="1076"/>
      <pc:docMkLst>
        <pc:docMk/>
      </pc:docMkLst>
      <pc:sldChg chg="addSp delSp modSp mod delDesignElem">
        <pc:chgData name="Lijon Fogel" userId="a695fa9b24a95d5e" providerId="LiveId" clId="{824A2FE1-7DEA-48FC-9C74-439EA5D94B4D}" dt="2021-12-22T08:52:03.179" v="54"/>
        <pc:sldMkLst>
          <pc:docMk/>
          <pc:sldMk cId="2475805559" sldId="257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Lijon Fogel" userId="a695fa9b24a95d5e" providerId="LiveId" clId="{824A2FE1-7DEA-48FC-9C74-439EA5D94B4D}" dt="2021-12-22T08:51:59.483" v="48" actId="1076"/>
          <ac:spMkLst>
            <pc:docMk/>
            <pc:sldMk cId="2475805559" sldId="257"/>
            <ac:spMk id="3" creationId="{835D6E6B-3353-491C-A3C6-F278D6CED8B3}"/>
          </ac:spMkLst>
        </pc:spChg>
        <pc:spChg chg="add del">
          <ac:chgData name="Lijon Fogel" userId="a695fa9b24a95d5e" providerId="LiveId" clId="{824A2FE1-7DEA-48FC-9C74-439EA5D94B4D}" dt="2021-12-22T08:52:03.179" v="54"/>
          <ac:spMkLst>
            <pc:docMk/>
            <pc:sldMk cId="2475805559" sldId="257"/>
            <ac:spMk id="18" creationId="{D6D7A0BC-0046-4CAA-8E7F-DCAFE511EA0E}"/>
          </ac:spMkLst>
        </pc:spChg>
        <pc:spChg chg="add del">
          <ac:chgData name="Lijon Fogel" userId="a695fa9b24a95d5e" providerId="LiveId" clId="{824A2FE1-7DEA-48FC-9C74-439EA5D94B4D}" dt="2021-12-22T08:52:03.179" v="54"/>
          <ac:spMkLst>
            <pc:docMk/>
            <pc:sldMk cId="2475805559" sldId="257"/>
            <ac:spMk id="20" creationId="{E7C6334F-6411-41EC-AD7D-179EDD8B58CB}"/>
          </ac:spMkLst>
        </pc:spChg>
        <pc:spChg chg="add del">
          <ac:chgData name="Lijon Fogel" userId="a695fa9b24a95d5e" providerId="LiveId" clId="{824A2FE1-7DEA-48FC-9C74-439EA5D94B4D}" dt="2021-12-22T08:52:03.179" v="54"/>
          <ac:spMkLst>
            <pc:docMk/>
            <pc:sldMk cId="2475805559" sldId="257"/>
            <ac:spMk id="22" creationId="{E6B02CEE-3AF8-4349-9B3E-8970E6DF62B3}"/>
          </ac:spMkLst>
        </pc:spChg>
        <pc:spChg chg="add del">
          <ac:chgData name="Lijon Fogel" userId="a695fa9b24a95d5e" providerId="LiveId" clId="{824A2FE1-7DEA-48FC-9C74-439EA5D94B4D}" dt="2021-12-22T08:52:03.179" v="54"/>
          <ac:spMkLst>
            <pc:docMk/>
            <pc:sldMk cId="2475805559" sldId="257"/>
            <ac:spMk id="24" creationId="{AAA01CF0-3FB5-44EB-B7DE-F2E86374C2FB}"/>
          </ac:spMkLst>
        </pc:spChg>
      </pc:sldChg>
      <pc:sldChg chg="modSp mod">
        <pc:chgData name="Lijon Fogel" userId="a695fa9b24a95d5e" providerId="LiveId" clId="{824A2FE1-7DEA-48FC-9C74-439EA5D94B4D}" dt="2021-12-22T08:52:03.179" v="54"/>
        <pc:sldMkLst>
          <pc:docMk/>
          <pc:sldMk cId="2753320815" sldId="259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2753320815" sldId="259"/>
            <ac:spMk id="2" creationId="{967C403A-313A-4993-908F-345D6DCDDEBD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753320815" sldId="259"/>
            <ac:spMk id="3" creationId="{34CA37BE-A1D0-4378-84CD-ACEFD760168D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753320815" sldId="259"/>
            <ac:spMk id="4" creationId="{D6041E96-0060-4147-8186-1E5015C848A4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753320815" sldId="259"/>
            <ac:spMk id="6" creationId="{49541EE0-CC38-497C-85E7-8C796244ACD1}"/>
          </ac:spMkLst>
        </pc:spChg>
      </pc:sldChg>
      <pc:sldChg chg="modSp">
        <pc:chgData name="Lijon Fogel" userId="a695fa9b24a95d5e" providerId="LiveId" clId="{824A2FE1-7DEA-48FC-9C74-439EA5D94B4D}" dt="2021-12-22T08:52:03.179" v="54"/>
        <pc:sldMkLst>
          <pc:docMk/>
          <pc:sldMk cId="563752832" sldId="260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563752832" sldId="260"/>
            <ac:spMk id="2" creationId="{C5CAC280-5F77-49D3-AC83-6171EA7FE4E8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563752832" sldId="260"/>
            <ac:spMk id="5" creationId="{1795396F-C4C6-4E5F-BD0C-3C9A41D297CC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563752832" sldId="260"/>
            <ac:spMk id="10" creationId="{2FD89386-D73B-477B-912C-4FC5C266D813}"/>
          </ac:spMkLst>
        </pc:spChg>
        <pc:graphicFrameChg chg="mod">
          <ac:chgData name="Lijon Fogel" userId="a695fa9b24a95d5e" providerId="LiveId" clId="{824A2FE1-7DEA-48FC-9C74-439EA5D94B4D}" dt="2021-12-22T08:52:03.179" v="54"/>
          <ac:graphicFrameMkLst>
            <pc:docMk/>
            <pc:sldMk cId="563752832" sldId="260"/>
            <ac:graphicFrameMk id="4" creationId="{712F8E1F-CF23-4071-84CC-6F8C4D9DD846}"/>
          </ac:graphicFrameMkLst>
        </pc:graphicFrameChg>
      </pc:sldChg>
      <pc:sldChg chg="addSp modSp modAnim">
        <pc:chgData name="Lijon Fogel" userId="a695fa9b24a95d5e" providerId="LiveId" clId="{824A2FE1-7DEA-48FC-9C74-439EA5D94B4D}" dt="2021-12-22T08:52:03.179" v="54"/>
        <pc:sldMkLst>
          <pc:docMk/>
          <pc:sldMk cId="1971452481" sldId="261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1971452481" sldId="261"/>
            <ac:spMk id="2" creationId="{DA67C3B7-360B-4714-A68D-DFDE4703FDE0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971452481" sldId="261"/>
            <ac:spMk id="3" creationId="{F149C124-B734-432D-9899-4934BAFE2A90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971452481" sldId="261"/>
            <ac:spMk id="4" creationId="{D9D7C6D2-6D1F-485E-8B79-D7CE4100E88E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971452481" sldId="261"/>
            <ac:spMk id="7" creationId="{4C898C3D-4898-42E6-B18C-5E5F4DA5774E}"/>
          </ac:spMkLst>
        </pc:spChg>
        <pc:picChg chg="add mod">
          <ac:chgData name="Lijon Fogel" userId="a695fa9b24a95d5e" providerId="LiveId" clId="{824A2FE1-7DEA-48FC-9C74-439EA5D94B4D}" dt="2021-12-22T08:43:54.309" v="15" actId="1076"/>
          <ac:picMkLst>
            <pc:docMk/>
            <pc:sldMk cId="1971452481" sldId="261"/>
            <ac:picMk id="1026" creationId="{AF784BD9-7765-4C39-B823-E9F15B923C94}"/>
          </ac:picMkLst>
        </pc:picChg>
      </pc:sldChg>
      <pc:sldChg chg="modSp">
        <pc:chgData name="Lijon Fogel" userId="a695fa9b24a95d5e" providerId="LiveId" clId="{824A2FE1-7DEA-48FC-9C74-439EA5D94B4D}" dt="2021-12-22T08:52:03.179" v="54"/>
        <pc:sldMkLst>
          <pc:docMk/>
          <pc:sldMk cId="3536062594" sldId="262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3536062594" sldId="262"/>
            <ac:spMk id="2" creationId="{D6D37370-2145-45E5-92C4-1CADC5DA754C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536062594" sldId="262"/>
            <ac:spMk id="4" creationId="{E230C6FC-E342-49DF-BE43-B4B679B9EB00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536062594" sldId="262"/>
            <ac:spMk id="9" creationId="{AE1E2E19-7C80-4743-A3ED-D957254E31A5}"/>
          </ac:spMkLst>
        </pc:spChg>
      </pc:sldChg>
      <pc:sldChg chg="modSp mod">
        <pc:chgData name="Lijon Fogel" userId="a695fa9b24a95d5e" providerId="LiveId" clId="{824A2FE1-7DEA-48FC-9C74-439EA5D94B4D}" dt="2021-12-22T08:52:03.179" v="54"/>
        <pc:sldMkLst>
          <pc:docMk/>
          <pc:sldMk cId="3188077928" sldId="263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3188077928" sldId="263"/>
            <ac:spMk id="2" creationId="{8617A06D-3746-438D-81D5-C7444891C120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188077928" sldId="263"/>
            <ac:spMk id="3" creationId="{845D4C9D-AF6C-4D1E-9CBE-08F3BE89FE5A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188077928" sldId="263"/>
            <ac:spMk id="4" creationId="{6B1649D2-3641-46E2-AE80-4C1F78B49F49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188077928" sldId="263"/>
            <ac:spMk id="5" creationId="{C365B9A6-F59A-4668-AF30-7E38CFF06F08}"/>
          </ac:spMkLst>
        </pc:spChg>
      </pc:sldChg>
      <pc:sldChg chg="modSp">
        <pc:chgData name="Lijon Fogel" userId="a695fa9b24a95d5e" providerId="LiveId" clId="{824A2FE1-7DEA-48FC-9C74-439EA5D94B4D}" dt="2021-12-22T08:52:03.179" v="54"/>
        <pc:sldMkLst>
          <pc:docMk/>
          <pc:sldMk cId="1106964739" sldId="264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1106964739" sldId="264"/>
            <ac:spMk id="2" creationId="{E7708B80-54FE-4D93-ADD2-8FBCA80C224F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106964739" sldId="264"/>
            <ac:spMk id="3" creationId="{82B61442-D97C-4373-B605-77134C9BBFD9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106964739" sldId="264"/>
            <ac:spMk id="4" creationId="{90F5F1BC-1195-4E37-8922-5C2EF3DD7FA3}"/>
          </ac:spMkLst>
        </pc:spChg>
      </pc:sldChg>
      <pc:sldChg chg="modSp">
        <pc:chgData name="Lijon Fogel" userId="a695fa9b24a95d5e" providerId="LiveId" clId="{824A2FE1-7DEA-48FC-9C74-439EA5D94B4D}" dt="2021-12-22T08:52:03.179" v="54"/>
        <pc:sldMkLst>
          <pc:docMk/>
          <pc:sldMk cId="3973005554" sldId="265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3973005554" sldId="265"/>
            <ac:spMk id="3" creationId="{A07C3B9E-D005-43F0-B191-C36E6105602D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3973005554" sldId="265"/>
            <ac:spMk id="4" creationId="{FFE00E3C-82EE-4B15-B460-6724AFAF683E}"/>
          </ac:spMkLst>
        </pc:spChg>
      </pc:sldChg>
      <pc:sldChg chg="modSp modAnim">
        <pc:chgData name="Lijon Fogel" userId="a695fa9b24a95d5e" providerId="LiveId" clId="{824A2FE1-7DEA-48FC-9C74-439EA5D94B4D}" dt="2021-12-22T08:55:59.843" v="61"/>
        <pc:sldMkLst>
          <pc:docMk/>
          <pc:sldMk cId="2189405280" sldId="266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2189405280" sldId="266"/>
            <ac:spMk id="2" creationId="{E8183930-5606-4786-9214-4B1505FF6FC9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189405280" sldId="266"/>
            <ac:spMk id="4" creationId="{CD76FD58-D442-4346-A531-C185833E0630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189405280" sldId="266"/>
            <ac:spMk id="13" creationId="{05E11F87-A9BA-4877-BD76-1B8D59744A00}"/>
          </ac:spMkLst>
        </pc:spChg>
      </pc:sldChg>
      <pc:sldChg chg="modSp">
        <pc:chgData name="Lijon Fogel" userId="a695fa9b24a95d5e" providerId="LiveId" clId="{824A2FE1-7DEA-48FC-9C74-439EA5D94B4D}" dt="2021-12-22T08:52:03.179" v="54"/>
        <pc:sldMkLst>
          <pc:docMk/>
          <pc:sldMk cId="1394064762" sldId="267"/>
        </pc:sldMkLst>
        <pc:spChg chg="mod">
          <ac:chgData name="Lijon Fogel" userId="a695fa9b24a95d5e" providerId="LiveId" clId="{824A2FE1-7DEA-48FC-9C74-439EA5D94B4D}" dt="2021-12-22T08:52:03.179" v="54"/>
          <ac:spMkLst>
            <pc:docMk/>
            <pc:sldMk cId="1394064762" sldId="267"/>
            <ac:spMk id="2" creationId="{A9BF2416-ED8A-4E96-A8C1-D61D530D0C94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394064762" sldId="267"/>
            <ac:spMk id="4" creationId="{2ABCFE2A-8958-48B9-8F79-E526B59625B8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1394064762" sldId="267"/>
            <ac:spMk id="22" creationId="{AF71CFA5-7A3C-4D94-8947-F6B9F3CA163C}"/>
          </ac:spMkLst>
        </pc:spChg>
      </pc:sldChg>
      <pc:sldChg chg="addSp delSp modSp new del mod modAnim">
        <pc:chgData name="Lijon Fogel" userId="a695fa9b24a95d5e" providerId="LiveId" clId="{824A2FE1-7DEA-48FC-9C74-439EA5D94B4D}" dt="2021-12-22T08:50:12.670" v="31" actId="47"/>
        <pc:sldMkLst>
          <pc:docMk/>
          <pc:sldMk cId="604780522" sldId="268"/>
        </pc:sldMkLst>
        <pc:spChg chg="del mod">
          <ac:chgData name="Lijon Fogel" userId="a695fa9b24a95d5e" providerId="LiveId" clId="{824A2FE1-7DEA-48FC-9C74-439EA5D94B4D}" dt="2021-12-22T08:36:47.301" v="2" actId="478"/>
          <ac:spMkLst>
            <pc:docMk/>
            <pc:sldMk cId="604780522" sldId="268"/>
            <ac:spMk id="2" creationId="{804BB8CC-61B0-48BA-A549-47EE7CE7E8B1}"/>
          </ac:spMkLst>
        </pc:spChg>
        <pc:spChg chg="del">
          <ac:chgData name="Lijon Fogel" userId="a695fa9b24a95d5e" providerId="LiveId" clId="{824A2FE1-7DEA-48FC-9C74-439EA5D94B4D}" dt="2021-12-22T08:36:48.547" v="3" actId="478"/>
          <ac:spMkLst>
            <pc:docMk/>
            <pc:sldMk cId="604780522" sldId="268"/>
            <ac:spMk id="3" creationId="{DF6A2294-7F43-444A-A86B-52F01173B36F}"/>
          </ac:spMkLst>
        </pc:spChg>
        <pc:graphicFrameChg chg="add mod modGraphic">
          <ac:chgData name="Lijon Fogel" userId="a695fa9b24a95d5e" providerId="LiveId" clId="{824A2FE1-7DEA-48FC-9C74-439EA5D94B4D}" dt="2021-12-22T08:47:22.078" v="27" actId="27117"/>
          <ac:graphicFrameMkLst>
            <pc:docMk/>
            <pc:sldMk cId="604780522" sldId="268"/>
            <ac:graphicFrameMk id="7" creationId="{DB0B4F8F-9094-455C-B88D-EE89A70C9BDA}"/>
          </ac:graphicFrameMkLst>
        </pc:graphicFrameChg>
        <pc:graphicFrameChg chg="add mod modGraphic">
          <ac:chgData name="Lijon Fogel" userId="a695fa9b24a95d5e" providerId="LiveId" clId="{824A2FE1-7DEA-48FC-9C74-439EA5D94B4D}" dt="2021-12-22T08:37:13.114" v="8" actId="1076"/>
          <ac:graphicFrameMkLst>
            <pc:docMk/>
            <pc:sldMk cId="604780522" sldId="268"/>
            <ac:graphicFrameMk id="9" creationId="{6598F3C2-9328-4049-BB91-3A3EF5DDF561}"/>
          </ac:graphicFrameMkLst>
        </pc:graphicFrameChg>
        <pc:graphicFrameChg chg="add mod modGraphic">
          <ac:chgData name="Lijon Fogel" userId="a695fa9b24a95d5e" providerId="LiveId" clId="{824A2FE1-7DEA-48FC-9C74-439EA5D94B4D}" dt="2021-12-22T08:37:21.014" v="10" actId="1076"/>
          <ac:graphicFrameMkLst>
            <pc:docMk/>
            <pc:sldMk cId="604780522" sldId="268"/>
            <ac:graphicFrameMk id="11" creationId="{3E9B7FD0-6530-4F29-896A-C32D9376984A}"/>
          </ac:graphicFrameMkLst>
        </pc:graphicFrameChg>
      </pc:sldChg>
      <pc:sldChg chg="addSp delSp modSp new add del mod">
        <pc:chgData name="Lijon Fogel" userId="a695fa9b24a95d5e" providerId="LiveId" clId="{824A2FE1-7DEA-48FC-9C74-439EA5D94B4D}" dt="2021-12-22T09:35:02.954" v="754" actId="47"/>
        <pc:sldMkLst>
          <pc:docMk/>
          <pc:sldMk cId="2908778594" sldId="268"/>
        </pc:sldMkLst>
        <pc:spChg chg="del">
          <ac:chgData name="Lijon Fogel" userId="a695fa9b24a95d5e" providerId="LiveId" clId="{824A2FE1-7DEA-48FC-9C74-439EA5D94B4D}" dt="2021-12-22T08:51:22.575" v="33" actId="478"/>
          <ac:spMkLst>
            <pc:docMk/>
            <pc:sldMk cId="2908778594" sldId="268"/>
            <ac:spMk id="2" creationId="{8B9B409B-D6F2-4180-B8DD-F072F24B0151}"/>
          </ac:spMkLst>
        </pc:spChg>
        <pc:spChg chg="add del">
          <ac:chgData name="Lijon Fogel" userId="a695fa9b24a95d5e" providerId="LiveId" clId="{824A2FE1-7DEA-48FC-9C74-439EA5D94B4D}" dt="2021-12-22T08:51:41.203" v="42" actId="478"/>
          <ac:spMkLst>
            <pc:docMk/>
            <pc:sldMk cId="2908778594" sldId="268"/>
            <ac:spMk id="3" creationId="{40F7C83A-21DA-4071-9487-2D460ACFF3B1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908778594" sldId="268"/>
            <ac:spMk id="4" creationId="{B2EF226A-3945-4FD4-9AA9-A9C3FB60D119}"/>
          </ac:spMkLst>
        </pc:spChg>
        <pc:spChg chg="mod">
          <ac:chgData name="Lijon Fogel" userId="a695fa9b24a95d5e" providerId="LiveId" clId="{824A2FE1-7DEA-48FC-9C74-439EA5D94B4D}" dt="2021-12-22T08:52:03.179" v="54"/>
          <ac:spMkLst>
            <pc:docMk/>
            <pc:sldMk cId="2908778594" sldId="268"/>
            <ac:spMk id="5" creationId="{B40283A7-9E24-4F74-A81E-BBF7B3B29573}"/>
          </ac:spMkLst>
        </pc:spChg>
        <pc:spChg chg="add del mod">
          <ac:chgData name="Lijon Fogel" userId="a695fa9b24a95d5e" providerId="LiveId" clId="{824A2FE1-7DEA-48FC-9C74-439EA5D94B4D}" dt="2021-12-22T08:56:22.694" v="62"/>
          <ac:spMkLst>
            <pc:docMk/>
            <pc:sldMk cId="2908778594" sldId="268"/>
            <ac:spMk id="6" creationId="{B0018EC9-03FD-4909-A792-467F16405B13}"/>
          </ac:spMkLst>
        </pc:spChg>
        <pc:spChg chg="add del mod">
          <ac:chgData name="Lijon Fogel" userId="a695fa9b24a95d5e" providerId="LiveId" clId="{824A2FE1-7DEA-48FC-9C74-439EA5D94B4D}" dt="2021-12-22T08:56:22.694" v="62"/>
          <ac:spMkLst>
            <pc:docMk/>
            <pc:sldMk cId="2908778594" sldId="268"/>
            <ac:spMk id="7" creationId="{66DE9929-C7A5-44A5-A875-220F0D013E18}"/>
          </ac:spMkLst>
        </pc:spChg>
        <pc:spChg chg="mod">
          <ac:chgData name="Lijon Fogel" userId="a695fa9b24a95d5e" providerId="LiveId" clId="{824A2FE1-7DEA-48FC-9C74-439EA5D94B4D}" dt="2021-12-22T09:08:10.389" v="647" actId="14100"/>
          <ac:spMkLst>
            <pc:docMk/>
            <pc:sldMk cId="2908778594" sldId="268"/>
            <ac:spMk id="8" creationId="{49F57304-53CD-4F46-AA81-9C22095EDD64}"/>
          </ac:spMkLst>
        </pc:spChg>
        <pc:spChg chg="add del mod">
          <ac:chgData name="Lijon Fogel" userId="a695fa9b24a95d5e" providerId="LiveId" clId="{824A2FE1-7DEA-48FC-9C74-439EA5D94B4D}" dt="2021-12-22T08:57:29.884" v="67"/>
          <ac:spMkLst>
            <pc:docMk/>
            <pc:sldMk cId="2908778594" sldId="268"/>
            <ac:spMk id="9" creationId="{AF450BE2-7C30-49F5-8A21-8A7C54C25330}"/>
          </ac:spMkLst>
        </pc:spChg>
        <pc:spChg chg="add del mod">
          <ac:chgData name="Lijon Fogel" userId="a695fa9b24a95d5e" providerId="LiveId" clId="{824A2FE1-7DEA-48FC-9C74-439EA5D94B4D}" dt="2021-12-22T08:57:29.884" v="67"/>
          <ac:spMkLst>
            <pc:docMk/>
            <pc:sldMk cId="2908778594" sldId="268"/>
            <ac:spMk id="10" creationId="{F59A9DC2-6635-4D0A-BAF6-AB9CD03F9CD0}"/>
          </ac:spMkLst>
        </pc:spChg>
        <pc:spChg chg="mod">
          <ac:chgData name="Lijon Fogel" userId="a695fa9b24a95d5e" providerId="LiveId" clId="{824A2FE1-7DEA-48FC-9C74-439EA5D94B4D}" dt="2021-12-22T09:08:04.752" v="646" actId="1037"/>
          <ac:spMkLst>
            <pc:docMk/>
            <pc:sldMk cId="2908778594" sldId="268"/>
            <ac:spMk id="11" creationId="{FAA2CF1B-FA35-494C-BE76-BE6D029A0EC3}"/>
          </ac:spMkLst>
        </pc:spChg>
        <pc:spChg chg="add del mod">
          <ac:chgData name="Lijon Fogel" userId="a695fa9b24a95d5e" providerId="LiveId" clId="{824A2FE1-7DEA-48FC-9C74-439EA5D94B4D}" dt="2021-12-22T08:58:18.862" v="79"/>
          <ac:spMkLst>
            <pc:docMk/>
            <pc:sldMk cId="2908778594" sldId="268"/>
            <ac:spMk id="12" creationId="{8C5F551B-9AE6-49C4-B490-721D126C7E38}"/>
          </ac:spMkLst>
        </pc:spChg>
        <pc:spChg chg="add del mod">
          <ac:chgData name="Lijon Fogel" userId="a695fa9b24a95d5e" providerId="LiveId" clId="{824A2FE1-7DEA-48FC-9C74-439EA5D94B4D}" dt="2021-12-22T08:58:18.862" v="79"/>
          <ac:spMkLst>
            <pc:docMk/>
            <pc:sldMk cId="2908778594" sldId="268"/>
            <ac:spMk id="13" creationId="{E2C7EA4E-3FD1-429A-890A-F6AEC6A72CA9}"/>
          </ac:spMkLst>
        </pc:spChg>
        <pc:spChg chg="mod">
          <ac:chgData name="Lijon Fogel" userId="a695fa9b24a95d5e" providerId="LiveId" clId="{824A2FE1-7DEA-48FC-9C74-439EA5D94B4D}" dt="2021-12-22T09:08:04.752" v="646" actId="1037"/>
          <ac:spMkLst>
            <pc:docMk/>
            <pc:sldMk cId="2908778594" sldId="268"/>
            <ac:spMk id="14" creationId="{A5B65C1B-C1F6-4859-AB14-460219C7AF8D}"/>
          </ac:spMkLst>
        </pc:spChg>
        <pc:spChg chg="add del">
          <ac:chgData name="Lijon Fogel" userId="a695fa9b24a95d5e" providerId="LiveId" clId="{824A2FE1-7DEA-48FC-9C74-439EA5D94B4D}" dt="2021-12-22T08:58:39.626" v="83"/>
          <ac:spMkLst>
            <pc:docMk/>
            <pc:sldMk cId="2908778594" sldId="268"/>
            <ac:spMk id="15" creationId="{6A01B30F-0B6D-4FEE-A8D2-9AC80A3CCC69}"/>
          </ac:spMkLst>
        </pc:spChg>
        <pc:spChg chg="add del mod">
          <ac:chgData name="Lijon Fogel" userId="a695fa9b24a95d5e" providerId="LiveId" clId="{824A2FE1-7DEA-48FC-9C74-439EA5D94B4D}" dt="2021-12-22T08:58:39.626" v="83"/>
          <ac:spMkLst>
            <pc:docMk/>
            <pc:sldMk cId="2908778594" sldId="268"/>
            <ac:spMk id="16" creationId="{E82D50AB-ECA7-463A-8ACD-5F25FD4216CA}"/>
          </ac:spMkLst>
        </pc:spChg>
        <pc:spChg chg="mod">
          <ac:chgData name="Lijon Fogel" userId="a695fa9b24a95d5e" providerId="LiveId" clId="{824A2FE1-7DEA-48FC-9C74-439EA5D94B4D}" dt="2021-12-22T09:09:32.932" v="650" actId="16037"/>
          <ac:spMkLst>
            <pc:docMk/>
            <pc:sldMk cId="2908778594" sldId="268"/>
            <ac:spMk id="17" creationId="{63A59026-03F5-467E-93CB-71CDF21B1CCE}"/>
          </ac:spMkLst>
        </pc:spChg>
        <pc:spChg chg="add mod">
          <ac:chgData name="Lijon Fogel" userId="a695fa9b24a95d5e" providerId="LiveId" clId="{824A2FE1-7DEA-48FC-9C74-439EA5D94B4D}" dt="2021-12-22T09:07:26.915" v="568" actId="571"/>
          <ac:spMkLst>
            <pc:docMk/>
            <pc:sldMk cId="2908778594" sldId="268"/>
            <ac:spMk id="18" creationId="{2B3C54CD-2D8D-4C06-B1EF-E953679E61EA}"/>
          </ac:spMkLst>
        </pc:spChg>
      </pc:sldChg>
      <pc:sldChg chg="modSp add del mod modTransition">
        <pc:chgData name="Lijon Fogel" userId="a695fa9b24a95d5e" providerId="LiveId" clId="{824A2FE1-7DEA-48FC-9C74-439EA5D94B4D}" dt="2021-12-22T09:05:23.692" v="556" actId="2696"/>
        <pc:sldMkLst>
          <pc:docMk/>
          <pc:sldMk cId="3587315199" sldId="269"/>
        </pc:sldMkLst>
        <pc:spChg chg="mod">
          <ac:chgData name="Lijon Fogel" userId="a695fa9b24a95d5e" providerId="LiveId" clId="{824A2FE1-7DEA-48FC-9C74-439EA5D94B4D}" dt="2021-12-22T09:04:41.744" v="545" actId="1076"/>
          <ac:spMkLst>
            <pc:docMk/>
            <pc:sldMk cId="3587315199" sldId="269"/>
            <ac:spMk id="11" creationId="{FAA2CF1B-FA35-494C-BE76-BE6D029A0EC3}"/>
          </ac:spMkLst>
        </pc:spChg>
      </pc:sldChg>
      <pc:sldChg chg="modSp add del mod modTransition">
        <pc:chgData name="Lijon Fogel" userId="a695fa9b24a95d5e" providerId="LiveId" clId="{824A2FE1-7DEA-48FC-9C74-439EA5D94B4D}" dt="2021-12-22T09:05:20.985" v="555" actId="2696"/>
        <pc:sldMkLst>
          <pc:docMk/>
          <pc:sldMk cId="1705033184" sldId="270"/>
        </pc:sldMkLst>
        <pc:spChg chg="mod">
          <ac:chgData name="Lijon Fogel" userId="a695fa9b24a95d5e" providerId="LiveId" clId="{824A2FE1-7DEA-48FC-9C74-439EA5D94B4D}" dt="2021-12-22T09:04:47.931" v="547" actId="1076"/>
          <ac:spMkLst>
            <pc:docMk/>
            <pc:sldMk cId="1705033184" sldId="270"/>
            <ac:spMk id="14" creationId="{A5B65C1B-C1F6-4859-AB14-460219C7AF8D}"/>
          </ac:spMkLst>
        </pc:spChg>
      </pc:sldChg>
      <pc:sldChg chg="modSp add del mod modTransition">
        <pc:chgData name="Lijon Fogel" userId="a695fa9b24a95d5e" providerId="LiveId" clId="{824A2FE1-7DEA-48FC-9C74-439EA5D94B4D}" dt="2021-12-22T09:05:18.364" v="554" actId="2696"/>
        <pc:sldMkLst>
          <pc:docMk/>
          <pc:sldMk cId="3293345985" sldId="271"/>
        </pc:sldMkLst>
        <pc:spChg chg="mod">
          <ac:chgData name="Lijon Fogel" userId="a695fa9b24a95d5e" providerId="LiveId" clId="{824A2FE1-7DEA-48FC-9C74-439EA5D94B4D}" dt="2021-12-22T09:04:56.549" v="549" actId="1076"/>
          <ac:spMkLst>
            <pc:docMk/>
            <pc:sldMk cId="3293345985" sldId="271"/>
            <ac:spMk id="17" creationId="{63A59026-03F5-467E-93CB-71CDF21B1CCE}"/>
          </ac:spMkLst>
        </pc:spChg>
      </pc:sldChg>
      <pc:sldChg chg="addSp modSp add del mod modTransition">
        <pc:chgData name="Lijon Fogel" userId="a695fa9b24a95d5e" providerId="LiveId" clId="{824A2FE1-7DEA-48FC-9C74-439EA5D94B4D}" dt="2021-12-22T09:35:02.954" v="754" actId="47"/>
        <pc:sldMkLst>
          <pc:docMk/>
          <pc:sldMk cId="1269257026" sldId="272"/>
        </pc:sldMkLst>
        <pc:spChg chg="add mod">
          <ac:chgData name="Lijon Fogel" userId="a695fa9b24a95d5e" providerId="LiveId" clId="{824A2FE1-7DEA-48FC-9C74-439EA5D94B4D}" dt="2021-12-22T09:12:18.445" v="663" actId="692"/>
          <ac:spMkLst>
            <pc:docMk/>
            <pc:sldMk cId="1269257026" sldId="272"/>
            <ac:spMk id="2" creationId="{CB8E1B3D-CDA2-4363-9F22-DA2429C3F189}"/>
          </ac:spMkLst>
        </pc:spChg>
        <pc:spChg chg="mod">
          <ac:chgData name="Lijon Fogel" userId="a695fa9b24a95d5e" providerId="LiveId" clId="{824A2FE1-7DEA-48FC-9C74-439EA5D94B4D}" dt="2021-12-22T09:04:35.073" v="543" actId="1076"/>
          <ac:spMkLst>
            <pc:docMk/>
            <pc:sldMk cId="1269257026" sldId="272"/>
            <ac:spMk id="8" creationId="{49F57304-53CD-4F46-AA81-9C22095EDD64}"/>
          </ac:spMkLst>
        </pc:spChg>
      </pc:sldChg>
      <pc:sldChg chg="modSp add del mod">
        <pc:chgData name="Lijon Fogel" userId="a695fa9b24a95d5e" providerId="LiveId" clId="{824A2FE1-7DEA-48FC-9C74-439EA5D94B4D}" dt="2021-12-22T09:35:02.954" v="754" actId="47"/>
        <pc:sldMkLst>
          <pc:docMk/>
          <pc:sldMk cId="1812835702" sldId="273"/>
        </pc:sldMkLst>
        <pc:spChg chg="mod">
          <ac:chgData name="Lijon Fogel" userId="a695fa9b24a95d5e" providerId="LiveId" clId="{824A2FE1-7DEA-48FC-9C74-439EA5D94B4D}" dt="2021-12-22T09:05:32.005" v="559" actId="1076"/>
          <ac:spMkLst>
            <pc:docMk/>
            <pc:sldMk cId="1812835702" sldId="273"/>
            <ac:spMk id="11" creationId="{FAA2CF1B-FA35-494C-BE76-BE6D029A0EC3}"/>
          </ac:spMkLst>
        </pc:spChg>
      </pc:sldChg>
      <pc:sldChg chg="modSp add del mod">
        <pc:chgData name="Lijon Fogel" userId="a695fa9b24a95d5e" providerId="LiveId" clId="{824A2FE1-7DEA-48FC-9C74-439EA5D94B4D}" dt="2021-12-22T09:35:02.954" v="754" actId="47"/>
        <pc:sldMkLst>
          <pc:docMk/>
          <pc:sldMk cId="1281011839" sldId="274"/>
        </pc:sldMkLst>
        <pc:spChg chg="mod">
          <ac:chgData name="Lijon Fogel" userId="a695fa9b24a95d5e" providerId="LiveId" clId="{824A2FE1-7DEA-48FC-9C74-439EA5D94B4D}" dt="2021-12-22T09:05:41.522" v="562" actId="1076"/>
          <ac:spMkLst>
            <pc:docMk/>
            <pc:sldMk cId="1281011839" sldId="274"/>
            <ac:spMk id="14" creationId="{A5B65C1B-C1F6-4859-AB14-460219C7AF8D}"/>
          </ac:spMkLst>
        </pc:spChg>
      </pc:sldChg>
      <pc:sldChg chg="modSp add del mod">
        <pc:chgData name="Lijon Fogel" userId="a695fa9b24a95d5e" providerId="LiveId" clId="{824A2FE1-7DEA-48FC-9C74-439EA5D94B4D}" dt="2021-12-22T09:35:02.954" v="754" actId="47"/>
        <pc:sldMkLst>
          <pc:docMk/>
          <pc:sldMk cId="3891311223" sldId="275"/>
        </pc:sldMkLst>
        <pc:spChg chg="mod">
          <ac:chgData name="Lijon Fogel" userId="a695fa9b24a95d5e" providerId="LiveId" clId="{824A2FE1-7DEA-48FC-9C74-439EA5D94B4D}" dt="2021-12-22T09:08:12.399" v="649" actId="1076"/>
          <ac:spMkLst>
            <pc:docMk/>
            <pc:sldMk cId="3891311223" sldId="275"/>
            <ac:spMk id="17" creationId="{63A59026-03F5-467E-93CB-71CDF21B1CCE}"/>
          </ac:spMkLst>
        </pc:spChg>
      </pc:sldChg>
      <pc:sldChg chg="addSp delSp modSp add mod ord">
        <pc:chgData name="Lijon Fogel" userId="a695fa9b24a95d5e" providerId="LiveId" clId="{824A2FE1-7DEA-48FC-9C74-439EA5D94B4D}" dt="2021-12-22T09:36:33.127" v="779" actId="1076"/>
        <pc:sldMkLst>
          <pc:docMk/>
          <pc:sldMk cId="3429727110" sldId="276"/>
        </pc:sldMkLst>
        <pc:spChg chg="add del mod ord">
          <ac:chgData name="Lijon Fogel" userId="a695fa9b24a95d5e" providerId="LiveId" clId="{824A2FE1-7DEA-48FC-9C74-439EA5D94B4D}" dt="2021-12-22T09:14:03.731" v="676" actId="164"/>
          <ac:spMkLst>
            <pc:docMk/>
            <pc:sldMk cId="3429727110" sldId="276"/>
            <ac:spMk id="8" creationId="{49F57304-53CD-4F46-AA81-9C22095EDD64}"/>
          </ac:spMkLst>
        </pc:spChg>
        <pc:spChg chg="add del mod">
          <ac:chgData name="Lijon Fogel" userId="a695fa9b24a95d5e" providerId="LiveId" clId="{824A2FE1-7DEA-48FC-9C74-439EA5D94B4D}" dt="2021-12-22T09:14:03.731" v="676" actId="164"/>
          <ac:spMkLst>
            <pc:docMk/>
            <pc:sldMk cId="3429727110" sldId="276"/>
            <ac:spMk id="9" creationId="{15339DEB-55AE-4960-9FD0-1A6FE5ED7523}"/>
          </ac:spMkLst>
        </pc:spChg>
        <pc:spChg chg="mod">
          <ac:chgData name="Lijon Fogel" userId="a695fa9b24a95d5e" providerId="LiveId" clId="{824A2FE1-7DEA-48FC-9C74-439EA5D94B4D}" dt="2021-12-22T09:13:39.989" v="675"/>
          <ac:spMkLst>
            <pc:docMk/>
            <pc:sldMk cId="3429727110" sldId="276"/>
            <ac:spMk id="10" creationId="{65C6FCC5-DFD5-443E-ACAC-B4CA4BE7A667}"/>
          </ac:spMkLst>
        </pc:spChg>
        <pc:spChg chg="mod ord">
          <ac:chgData name="Lijon Fogel" userId="a695fa9b24a95d5e" providerId="LiveId" clId="{824A2FE1-7DEA-48FC-9C74-439EA5D94B4D}" dt="2021-12-22T09:15:21.213" v="689" actId="164"/>
          <ac:spMkLst>
            <pc:docMk/>
            <pc:sldMk cId="3429727110" sldId="276"/>
            <ac:spMk id="11" creationId="{FAA2CF1B-FA35-494C-BE76-BE6D029A0EC3}"/>
          </ac:spMkLst>
        </pc:spChg>
        <pc:spChg chg="add mod">
          <ac:chgData name="Lijon Fogel" userId="a695fa9b24a95d5e" providerId="LiveId" clId="{824A2FE1-7DEA-48FC-9C74-439EA5D94B4D}" dt="2021-12-22T09:15:21.213" v="689" actId="164"/>
          <ac:spMkLst>
            <pc:docMk/>
            <pc:sldMk cId="3429727110" sldId="276"/>
            <ac:spMk id="12" creationId="{CB056B7F-8A20-4B8D-9331-17029663E904}"/>
          </ac:spMkLst>
        </pc:spChg>
        <pc:spChg chg="add mod topLvl">
          <ac:chgData name="Lijon Fogel" userId="a695fa9b24a95d5e" providerId="LiveId" clId="{824A2FE1-7DEA-48FC-9C74-439EA5D94B4D}" dt="2021-12-22T09:35:32.683" v="765" actId="164"/>
          <ac:spMkLst>
            <pc:docMk/>
            <pc:sldMk cId="3429727110" sldId="276"/>
            <ac:spMk id="13" creationId="{BD3D8E59-CADC-4A47-8863-F3F31178A74D}"/>
          </ac:spMkLst>
        </pc:spChg>
        <pc:spChg chg="mod ord topLvl">
          <ac:chgData name="Lijon Fogel" userId="a695fa9b24a95d5e" providerId="LiveId" clId="{824A2FE1-7DEA-48FC-9C74-439EA5D94B4D}" dt="2021-12-22T09:35:32.683" v="765" actId="164"/>
          <ac:spMkLst>
            <pc:docMk/>
            <pc:sldMk cId="3429727110" sldId="276"/>
            <ac:spMk id="14" creationId="{A5B65C1B-C1F6-4859-AB14-460219C7AF8D}"/>
          </ac:spMkLst>
        </pc:spChg>
        <pc:spChg chg="add mod">
          <ac:chgData name="Lijon Fogel" userId="a695fa9b24a95d5e" providerId="LiveId" clId="{824A2FE1-7DEA-48FC-9C74-439EA5D94B4D}" dt="2021-12-22T09:34:54.875" v="752" actId="164"/>
          <ac:spMkLst>
            <pc:docMk/>
            <pc:sldMk cId="3429727110" sldId="276"/>
            <ac:spMk id="16" creationId="{4BE75168-E3CA-4A46-923B-4E0D5F82F43D}"/>
          </ac:spMkLst>
        </pc:spChg>
        <pc:spChg chg="mod ord topLvl">
          <ac:chgData name="Lijon Fogel" userId="a695fa9b24a95d5e" providerId="LiveId" clId="{824A2FE1-7DEA-48FC-9C74-439EA5D94B4D}" dt="2021-12-22T09:36:25.951" v="776" actId="1076"/>
          <ac:spMkLst>
            <pc:docMk/>
            <pc:sldMk cId="3429727110" sldId="276"/>
            <ac:spMk id="17" creationId="{63A59026-03F5-467E-93CB-71CDF21B1CCE}"/>
          </ac:spMkLst>
        </pc:spChg>
        <pc:grpChg chg="add mod">
          <ac:chgData name="Lijon Fogel" userId="a695fa9b24a95d5e" providerId="LiveId" clId="{824A2FE1-7DEA-48FC-9C74-439EA5D94B4D}" dt="2021-12-22T09:36:25.026" v="773" actId="1076"/>
          <ac:grpSpMkLst>
            <pc:docMk/>
            <pc:sldMk cId="3429727110" sldId="276"/>
            <ac:grpSpMk id="2" creationId="{530201CE-F6C6-4664-981B-90FB3A163351}"/>
          </ac:grpSpMkLst>
        </pc:grpChg>
        <pc:grpChg chg="add mod">
          <ac:chgData name="Lijon Fogel" userId="a695fa9b24a95d5e" providerId="LiveId" clId="{824A2FE1-7DEA-48FC-9C74-439EA5D94B4D}" dt="2021-12-22T09:36:33.127" v="779" actId="1076"/>
          <ac:grpSpMkLst>
            <pc:docMk/>
            <pc:sldMk cId="3429727110" sldId="276"/>
            <ac:grpSpMk id="3" creationId="{97E2B826-D0A4-4835-A701-CB4919AE6047}"/>
          </ac:grpSpMkLst>
        </pc:grpChg>
        <pc:grpChg chg="add del mod topLvl">
          <ac:chgData name="Lijon Fogel" userId="a695fa9b24a95d5e" providerId="LiveId" clId="{824A2FE1-7DEA-48FC-9C74-439EA5D94B4D}" dt="2021-12-22T09:34:31.378" v="747" actId="165"/>
          <ac:grpSpMkLst>
            <pc:docMk/>
            <pc:sldMk cId="3429727110" sldId="276"/>
            <ac:grpSpMk id="6" creationId="{9CD07AE1-E070-4038-906C-3BE79A769FF7}"/>
          </ac:grpSpMkLst>
        </pc:grpChg>
        <pc:grpChg chg="add del mod">
          <ac:chgData name="Lijon Fogel" userId="a695fa9b24a95d5e" providerId="LiveId" clId="{824A2FE1-7DEA-48FC-9C74-439EA5D94B4D}" dt="2021-12-22T09:34:25.390" v="745" actId="165"/>
          <ac:grpSpMkLst>
            <pc:docMk/>
            <pc:sldMk cId="3429727110" sldId="276"/>
            <ac:grpSpMk id="7" creationId="{4ACDD641-6AC7-4530-AFD3-921DFBE33997}"/>
          </ac:grpSpMkLst>
        </pc:grpChg>
        <pc:grpChg chg="add mod">
          <ac:chgData name="Lijon Fogel" userId="a695fa9b24a95d5e" providerId="LiveId" clId="{824A2FE1-7DEA-48FC-9C74-439EA5D94B4D}" dt="2021-12-22T09:34:06.049" v="741" actId="164"/>
          <ac:grpSpMkLst>
            <pc:docMk/>
            <pc:sldMk cId="3429727110" sldId="276"/>
            <ac:grpSpMk id="15" creationId="{AA5D608F-B9FA-4DA0-B108-9471FA600E1A}"/>
          </ac:grpSpMkLst>
        </pc:grpChg>
        <pc:grpChg chg="add mod">
          <ac:chgData name="Lijon Fogel" userId="a695fa9b24a95d5e" providerId="LiveId" clId="{824A2FE1-7DEA-48FC-9C74-439EA5D94B4D}" dt="2021-12-22T09:36:28.819" v="778" actId="1076"/>
          <ac:grpSpMkLst>
            <pc:docMk/>
            <pc:sldMk cId="3429727110" sldId="276"/>
            <ac:grpSpMk id="18" creationId="{73D0EF34-64CF-4FE1-AA4B-2D18EED918F4}"/>
          </ac:grpSpMkLst>
        </pc:grpChg>
        <pc:grpChg chg="add mod">
          <ac:chgData name="Lijon Fogel" userId="a695fa9b24a95d5e" providerId="LiveId" clId="{824A2FE1-7DEA-48FC-9C74-439EA5D94B4D}" dt="2021-12-22T09:36:25.622" v="775" actId="1076"/>
          <ac:grpSpMkLst>
            <pc:docMk/>
            <pc:sldMk cId="3429727110" sldId="276"/>
            <ac:grpSpMk id="19" creationId="{EB097626-232C-4327-8112-41AACE38550C}"/>
          </ac:grpSpMkLst>
        </pc:grpChg>
      </pc:sldChg>
      <pc:sldChg chg="modSp add del mod">
        <pc:chgData name="Lijon Fogel" userId="a695fa9b24a95d5e" providerId="LiveId" clId="{824A2FE1-7DEA-48FC-9C74-439EA5D94B4D}" dt="2021-12-22T09:34:02.645" v="736"/>
        <pc:sldMkLst>
          <pc:docMk/>
          <pc:sldMk cId="238775361" sldId="277"/>
        </pc:sldMkLst>
        <pc:grpChg chg="mod">
          <ac:chgData name="Lijon Fogel" userId="a695fa9b24a95d5e" providerId="LiveId" clId="{824A2FE1-7DEA-48FC-9C74-439EA5D94B4D}" dt="2021-12-22T09:34:02.484" v="735" actId="1076"/>
          <ac:grpSpMkLst>
            <pc:docMk/>
            <pc:sldMk cId="238775361" sldId="277"/>
            <ac:grpSpMk id="2" creationId="{530201CE-F6C6-4664-981B-90FB3A163351}"/>
          </ac:grpSpMkLst>
        </pc:grpChg>
        <pc:grpChg chg="mod">
          <ac:chgData name="Lijon Fogel" userId="a695fa9b24a95d5e" providerId="LiveId" clId="{824A2FE1-7DEA-48FC-9C74-439EA5D94B4D}" dt="2021-12-22T09:34:02.484" v="735" actId="1076"/>
          <ac:grpSpMkLst>
            <pc:docMk/>
            <pc:sldMk cId="238775361" sldId="277"/>
            <ac:grpSpMk id="3" creationId="{97E2B826-D0A4-4835-A701-CB4919AE6047}"/>
          </ac:grpSpMkLst>
        </pc:grpChg>
        <pc:grpChg chg="mod">
          <ac:chgData name="Lijon Fogel" userId="a695fa9b24a95d5e" providerId="LiveId" clId="{824A2FE1-7DEA-48FC-9C74-439EA5D94B4D}" dt="2021-12-22T09:34:02.484" v="735" actId="1076"/>
          <ac:grpSpMkLst>
            <pc:docMk/>
            <pc:sldMk cId="238775361" sldId="277"/>
            <ac:grpSpMk id="15" creationId="{AA5D608F-B9FA-4DA0-B108-9471FA600E1A}"/>
          </ac:grpSpMkLst>
        </pc:grpChg>
      </pc:sldChg>
      <pc:sldChg chg="add del">
        <pc:chgData name="Lijon Fogel" userId="a695fa9b24a95d5e" providerId="LiveId" clId="{824A2FE1-7DEA-48FC-9C74-439EA5D94B4D}" dt="2021-12-22T09:34:03.776" v="738"/>
        <pc:sldMkLst>
          <pc:docMk/>
          <pc:sldMk cId="289755951" sldId="277"/>
        </pc:sldMkLst>
      </pc:sldChg>
      <pc:sldChg chg="modSp add del mod">
        <pc:chgData name="Lijon Fogel" userId="a695fa9b24a95d5e" providerId="LiveId" clId="{824A2FE1-7DEA-48FC-9C74-439EA5D94B4D}" dt="2021-12-22T09:35:17.491" v="760"/>
        <pc:sldMkLst>
          <pc:docMk/>
          <pc:sldMk cId="2385265382" sldId="277"/>
        </pc:sldMkLst>
        <pc:spChg chg="mod">
          <ac:chgData name="Lijon Fogel" userId="a695fa9b24a95d5e" providerId="LiveId" clId="{824A2FE1-7DEA-48FC-9C74-439EA5D94B4D}" dt="2021-12-22T09:35:17.258" v="759" actId="1076"/>
          <ac:spMkLst>
            <pc:docMk/>
            <pc:sldMk cId="2385265382" sldId="277"/>
            <ac:spMk id="14" creationId="{A5B65C1B-C1F6-4859-AB14-460219C7AF8D}"/>
          </ac:spMkLst>
        </pc:spChg>
        <pc:grpChg chg="mod">
          <ac:chgData name="Lijon Fogel" userId="a695fa9b24a95d5e" providerId="LiveId" clId="{824A2FE1-7DEA-48FC-9C74-439EA5D94B4D}" dt="2021-12-22T09:35:17.258" v="759" actId="1076"/>
          <ac:grpSpMkLst>
            <pc:docMk/>
            <pc:sldMk cId="2385265382" sldId="277"/>
            <ac:grpSpMk id="2" creationId="{530201CE-F6C6-4664-981B-90FB3A163351}"/>
          </ac:grpSpMkLst>
        </pc:grpChg>
        <pc:grpChg chg="mod">
          <ac:chgData name="Lijon Fogel" userId="a695fa9b24a95d5e" providerId="LiveId" clId="{824A2FE1-7DEA-48FC-9C74-439EA5D94B4D}" dt="2021-12-22T09:35:17.258" v="759" actId="1076"/>
          <ac:grpSpMkLst>
            <pc:docMk/>
            <pc:sldMk cId="2385265382" sldId="277"/>
            <ac:grpSpMk id="3" creationId="{97E2B826-D0A4-4835-A701-CB4919AE6047}"/>
          </ac:grpSpMkLst>
        </pc:grpChg>
        <pc:grpChg chg="mod">
          <ac:chgData name="Lijon Fogel" userId="a695fa9b24a95d5e" providerId="LiveId" clId="{824A2FE1-7DEA-48FC-9C74-439EA5D94B4D}" dt="2021-12-22T09:35:17.258" v="759" actId="1076"/>
          <ac:grpSpMkLst>
            <pc:docMk/>
            <pc:sldMk cId="2385265382" sldId="277"/>
            <ac:grpSpMk id="18" creationId="{73D0EF34-64CF-4FE1-AA4B-2D18EED918F4}"/>
          </ac:grpSpMkLst>
        </pc:grpChg>
      </pc:sldChg>
      <pc:sldChg chg="addSp delSp modSp add del mod modTransition">
        <pc:chgData name="Lijon Fogel" userId="a695fa9b24a95d5e" providerId="LiveId" clId="{824A2FE1-7DEA-48FC-9C74-439EA5D94B4D}" dt="2021-12-22T09:34:01.823" v="733"/>
        <pc:sldMkLst>
          <pc:docMk/>
          <pc:sldMk cId="442637530" sldId="278"/>
        </pc:sldMkLst>
        <pc:spChg chg="mod">
          <ac:chgData name="Lijon Fogel" userId="a695fa9b24a95d5e" providerId="LiveId" clId="{824A2FE1-7DEA-48FC-9C74-439EA5D94B4D}" dt="2021-12-22T09:33:33.919" v="713"/>
          <ac:spMkLst>
            <pc:docMk/>
            <pc:sldMk cId="442637530" sldId="278"/>
            <ac:spMk id="19" creationId="{6F4785B6-30CD-4A80-BFB9-4A684318C1D5}"/>
          </ac:spMkLst>
        </pc:spChg>
        <pc:spChg chg="mod">
          <ac:chgData name="Lijon Fogel" userId="a695fa9b24a95d5e" providerId="LiveId" clId="{824A2FE1-7DEA-48FC-9C74-439EA5D94B4D}" dt="2021-12-22T09:33:33.919" v="713"/>
          <ac:spMkLst>
            <pc:docMk/>
            <pc:sldMk cId="442637530" sldId="278"/>
            <ac:spMk id="20" creationId="{08F9F2D9-C072-4DDE-A5A7-15F94E3840C2}"/>
          </ac:spMkLst>
        </pc:spChg>
        <pc:grpChg chg="mod">
          <ac:chgData name="Lijon Fogel" userId="a695fa9b24a95d5e" providerId="LiveId" clId="{824A2FE1-7DEA-48FC-9C74-439EA5D94B4D}" dt="2021-12-22T09:34:01.373" v="731" actId="1076"/>
          <ac:grpSpMkLst>
            <pc:docMk/>
            <pc:sldMk cId="442637530" sldId="278"/>
            <ac:grpSpMk id="2" creationId="{530201CE-F6C6-4664-981B-90FB3A163351}"/>
          </ac:grpSpMkLst>
        </pc:grpChg>
        <pc:grpChg chg="add del mod">
          <ac:chgData name="Lijon Fogel" userId="a695fa9b24a95d5e" providerId="LiveId" clId="{824A2FE1-7DEA-48FC-9C74-439EA5D94B4D}" dt="2021-12-22T09:33:35.100" v="714"/>
          <ac:grpSpMkLst>
            <pc:docMk/>
            <pc:sldMk cId="442637530" sldId="278"/>
            <ac:grpSpMk id="18" creationId="{3099BFEE-3A37-42AF-A865-0E482CCD69D6}"/>
          </ac:grpSpMkLst>
        </pc:grpChg>
      </pc:sldChg>
      <pc:sldChg chg="modSp add del mod">
        <pc:chgData name="Lijon Fogel" userId="a695fa9b24a95d5e" providerId="LiveId" clId="{824A2FE1-7DEA-48FC-9C74-439EA5D94B4D}" dt="2021-12-22T09:34:00.359" v="728"/>
        <pc:sldMkLst>
          <pc:docMk/>
          <pc:sldMk cId="4220011656" sldId="279"/>
        </pc:sldMkLst>
        <pc:grpChg chg="mod">
          <ac:chgData name="Lijon Fogel" userId="a695fa9b24a95d5e" providerId="LiveId" clId="{824A2FE1-7DEA-48FC-9C74-439EA5D94B4D}" dt="2021-12-22T09:33:59.942" v="727" actId="1076"/>
          <ac:grpSpMkLst>
            <pc:docMk/>
            <pc:sldMk cId="4220011656" sldId="279"/>
            <ac:grpSpMk id="3" creationId="{97E2B826-D0A4-4835-A701-CB4919AE6047}"/>
          </ac:grpSpMkLst>
        </pc:grpChg>
      </pc:sldChg>
      <pc:sldChg chg="modSp add del mod">
        <pc:chgData name="Lijon Fogel" userId="a695fa9b24a95d5e" providerId="LiveId" clId="{824A2FE1-7DEA-48FC-9C74-439EA5D94B4D}" dt="2021-12-22T09:33:59.622" v="725"/>
        <pc:sldMkLst>
          <pc:docMk/>
          <pc:sldMk cId="1907102944" sldId="280"/>
        </pc:sldMkLst>
        <pc:grpChg chg="mod">
          <ac:chgData name="Lijon Fogel" userId="a695fa9b24a95d5e" providerId="LiveId" clId="{824A2FE1-7DEA-48FC-9C74-439EA5D94B4D}" dt="2021-12-22T09:33:59.433" v="724" actId="1076"/>
          <ac:grpSpMkLst>
            <pc:docMk/>
            <pc:sldMk cId="1907102944" sldId="280"/>
            <ac:grpSpMk id="15" creationId="{AA5D608F-B9FA-4DA0-B108-9471FA600E1A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CFCE86-267A-4EEF-B772-4061629D267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E87E863-A2A8-45B3-819C-4B1A7F82F514}">
      <dgm:prSet/>
      <dgm:spPr/>
      <dgm:t>
        <a:bodyPr/>
        <a:lstStyle/>
        <a:p>
          <a:endParaRPr lang="de-DE" dirty="0"/>
        </a:p>
      </dgm:t>
    </dgm:pt>
    <dgm:pt modelId="{5FF1688B-D5C6-44CB-BBB2-0BEC7DEEFC19}" type="parTrans" cxnId="{9A2C074F-A262-4858-A0D0-3AA22CA0772E}">
      <dgm:prSet/>
      <dgm:spPr/>
      <dgm:t>
        <a:bodyPr/>
        <a:lstStyle/>
        <a:p>
          <a:endParaRPr lang="de-DE"/>
        </a:p>
      </dgm:t>
    </dgm:pt>
    <dgm:pt modelId="{40DB8B9A-5FAD-4638-A914-BA97C923D704}" type="sibTrans" cxnId="{9A2C074F-A262-4858-A0D0-3AA22CA0772E}">
      <dgm:prSet/>
      <dgm:spPr/>
      <dgm:t>
        <a:bodyPr/>
        <a:lstStyle/>
        <a:p>
          <a:endParaRPr lang="de-DE"/>
        </a:p>
      </dgm:t>
    </dgm:pt>
    <dgm:pt modelId="{764651F8-F470-4B05-AB61-5006E38F852D}">
      <dgm:prSet/>
      <dgm:spPr/>
      <dgm:t>
        <a:bodyPr/>
        <a:lstStyle/>
        <a:p>
          <a:r>
            <a:rPr lang="de-DE" dirty="0"/>
            <a:t>Funktionsweise mit Beispiel</a:t>
          </a:r>
        </a:p>
      </dgm:t>
    </dgm:pt>
    <dgm:pt modelId="{0EF94665-B33B-4E99-9995-EB71E6DF0DF5}" type="parTrans" cxnId="{524C1A62-7963-4617-B5F2-28DB332F82DE}">
      <dgm:prSet/>
      <dgm:spPr/>
      <dgm:t>
        <a:bodyPr/>
        <a:lstStyle/>
        <a:p>
          <a:endParaRPr lang="de-DE"/>
        </a:p>
      </dgm:t>
    </dgm:pt>
    <dgm:pt modelId="{16479AEE-C49D-42C4-8F0F-5E8ADE9F4A2C}" type="sibTrans" cxnId="{524C1A62-7963-4617-B5F2-28DB332F82DE}">
      <dgm:prSet/>
      <dgm:spPr/>
      <dgm:t>
        <a:bodyPr/>
        <a:lstStyle/>
        <a:p>
          <a:endParaRPr lang="de-DE"/>
        </a:p>
      </dgm:t>
    </dgm:pt>
    <dgm:pt modelId="{9B513F53-E9DB-4241-B41A-1DADE1202503}">
      <dgm:prSet/>
      <dgm:spPr/>
      <dgm:t>
        <a:bodyPr/>
        <a:lstStyle/>
        <a:p>
          <a:r>
            <a:rPr lang="de-DE" dirty="0"/>
            <a:t>Vor- und Nachteile</a:t>
          </a:r>
        </a:p>
      </dgm:t>
    </dgm:pt>
    <dgm:pt modelId="{E9B7B643-5942-4E35-ABA0-F325BF89DB4C}" type="parTrans" cxnId="{8D1326B3-9670-446C-AA65-7520004F974C}">
      <dgm:prSet/>
      <dgm:spPr/>
      <dgm:t>
        <a:bodyPr/>
        <a:lstStyle/>
        <a:p>
          <a:endParaRPr lang="de-DE"/>
        </a:p>
      </dgm:t>
    </dgm:pt>
    <dgm:pt modelId="{068D7E4B-FB57-4E01-AAD2-BB2CE979BFFB}" type="sibTrans" cxnId="{8D1326B3-9670-446C-AA65-7520004F974C}">
      <dgm:prSet/>
      <dgm:spPr/>
      <dgm:t>
        <a:bodyPr/>
        <a:lstStyle/>
        <a:p>
          <a:endParaRPr lang="de-DE"/>
        </a:p>
      </dgm:t>
    </dgm:pt>
    <dgm:pt modelId="{25376450-B3D5-46F6-B38A-3CDD791134EC}">
      <dgm:prSet/>
      <dgm:spPr/>
      <dgm:t>
        <a:bodyPr/>
        <a:lstStyle/>
        <a:p>
          <a:r>
            <a:rPr lang="de-DE" dirty="0"/>
            <a:t>Quellen</a:t>
          </a:r>
        </a:p>
      </dgm:t>
    </dgm:pt>
    <dgm:pt modelId="{9A02DD51-A7BA-4965-946B-08A4936FB58D}" type="parTrans" cxnId="{9CC37F51-7E9F-453A-94EE-28EEC2DD7BE3}">
      <dgm:prSet/>
      <dgm:spPr/>
      <dgm:t>
        <a:bodyPr/>
        <a:lstStyle/>
        <a:p>
          <a:endParaRPr lang="de-DE"/>
        </a:p>
      </dgm:t>
    </dgm:pt>
    <dgm:pt modelId="{A714D172-6801-49DA-9F4D-D46E8EDC6E9B}" type="sibTrans" cxnId="{9CC37F51-7E9F-453A-94EE-28EEC2DD7BE3}">
      <dgm:prSet/>
      <dgm:spPr/>
      <dgm:t>
        <a:bodyPr/>
        <a:lstStyle/>
        <a:p>
          <a:endParaRPr lang="de-DE"/>
        </a:p>
      </dgm:t>
    </dgm:pt>
    <dgm:pt modelId="{A600AE15-E7E2-4F67-9955-6DB1FDA5F9C9}">
      <dgm:prSet/>
      <dgm:spPr/>
      <dgm:t>
        <a:bodyPr/>
        <a:lstStyle/>
        <a:p>
          <a:endParaRPr lang="de-DE"/>
        </a:p>
      </dgm:t>
    </dgm:pt>
    <dgm:pt modelId="{AD087A5C-3A61-4021-8990-0E4EF6030D19}" type="parTrans" cxnId="{5BD83B20-3B47-49C6-9078-5D007AE387F0}">
      <dgm:prSet/>
      <dgm:spPr/>
      <dgm:t>
        <a:bodyPr/>
        <a:lstStyle/>
        <a:p>
          <a:endParaRPr lang="de-DE"/>
        </a:p>
      </dgm:t>
    </dgm:pt>
    <dgm:pt modelId="{D0394F98-42A5-4C3A-8F41-509379CD8C92}" type="sibTrans" cxnId="{5BD83B20-3B47-49C6-9078-5D007AE387F0}">
      <dgm:prSet/>
      <dgm:spPr/>
      <dgm:t>
        <a:bodyPr/>
        <a:lstStyle/>
        <a:p>
          <a:endParaRPr lang="de-DE"/>
        </a:p>
      </dgm:t>
    </dgm:pt>
    <dgm:pt modelId="{A4C48388-F085-4446-A570-8AFFEAC1D7D3}">
      <dgm:prSet/>
      <dgm:spPr/>
      <dgm:t>
        <a:bodyPr/>
        <a:lstStyle/>
        <a:p>
          <a:endParaRPr lang="de-DE" dirty="0"/>
        </a:p>
      </dgm:t>
    </dgm:pt>
    <dgm:pt modelId="{7BF7996B-1507-424E-B7CC-B2E5D32A04FF}" type="parTrans" cxnId="{03E0A60D-7BE4-4BA3-97B3-A493D6CC05A8}">
      <dgm:prSet/>
      <dgm:spPr/>
      <dgm:t>
        <a:bodyPr/>
        <a:lstStyle/>
        <a:p>
          <a:endParaRPr lang="de-DE"/>
        </a:p>
      </dgm:t>
    </dgm:pt>
    <dgm:pt modelId="{2C6DE0CD-A772-4963-AA6F-095E73881566}" type="sibTrans" cxnId="{03E0A60D-7BE4-4BA3-97B3-A493D6CC05A8}">
      <dgm:prSet/>
      <dgm:spPr/>
      <dgm:t>
        <a:bodyPr/>
        <a:lstStyle/>
        <a:p>
          <a:endParaRPr lang="de-DE"/>
        </a:p>
      </dgm:t>
    </dgm:pt>
    <dgm:pt modelId="{760D6B01-8CE9-4D6D-9262-E7D225381FEF}">
      <dgm:prSet/>
      <dgm:spPr/>
      <dgm:t>
        <a:bodyPr/>
        <a:lstStyle/>
        <a:p>
          <a:endParaRPr lang="de-DE" dirty="0"/>
        </a:p>
      </dgm:t>
    </dgm:pt>
    <dgm:pt modelId="{0F001EF2-DCC9-49E2-8844-3D51CB096FD5}" type="parTrans" cxnId="{2E3B7738-995C-4AD9-99DC-1169EA96F282}">
      <dgm:prSet/>
      <dgm:spPr/>
      <dgm:t>
        <a:bodyPr/>
        <a:lstStyle/>
        <a:p>
          <a:endParaRPr lang="de-DE"/>
        </a:p>
      </dgm:t>
    </dgm:pt>
    <dgm:pt modelId="{0526474D-7391-454F-B6F4-3F83C1F6B75F}" type="sibTrans" cxnId="{2E3B7738-995C-4AD9-99DC-1169EA96F282}">
      <dgm:prSet/>
      <dgm:spPr/>
      <dgm:t>
        <a:bodyPr/>
        <a:lstStyle/>
        <a:p>
          <a:endParaRPr lang="de-DE"/>
        </a:p>
      </dgm:t>
    </dgm:pt>
    <dgm:pt modelId="{20E9231F-6A6E-429B-B954-38DAAFC3EA3A}">
      <dgm:prSet/>
      <dgm:spPr/>
      <dgm:t>
        <a:bodyPr/>
        <a:lstStyle/>
        <a:p>
          <a:r>
            <a:rPr lang="en-US"/>
            <a:t>Ursprünge</a:t>
          </a:r>
          <a:endParaRPr lang="de-DE" dirty="0"/>
        </a:p>
      </dgm:t>
    </dgm:pt>
    <dgm:pt modelId="{1F7D5A30-D4BA-4905-9964-9996E6DF2F45}" type="sibTrans" cxnId="{BDEEFE6B-096C-444F-81C7-2C4091A97F2E}">
      <dgm:prSet/>
      <dgm:spPr/>
      <dgm:t>
        <a:bodyPr/>
        <a:lstStyle/>
        <a:p>
          <a:endParaRPr lang="de-DE"/>
        </a:p>
      </dgm:t>
    </dgm:pt>
    <dgm:pt modelId="{07228C52-22FC-40E9-A777-089CCD3D0069}" type="parTrans" cxnId="{BDEEFE6B-096C-444F-81C7-2C4091A97F2E}">
      <dgm:prSet/>
      <dgm:spPr/>
      <dgm:t>
        <a:bodyPr/>
        <a:lstStyle/>
        <a:p>
          <a:endParaRPr lang="de-DE"/>
        </a:p>
      </dgm:t>
    </dgm:pt>
    <dgm:pt modelId="{97A9DDC3-1CC3-4B34-94BD-ECBE7C4213C0}" type="pres">
      <dgm:prSet presAssocID="{D0CFCE86-267A-4EEF-B772-4061629D2670}" presName="linearFlow" presStyleCnt="0">
        <dgm:presLayoutVars>
          <dgm:dir/>
          <dgm:animLvl val="lvl"/>
          <dgm:resizeHandles val="exact"/>
        </dgm:presLayoutVars>
      </dgm:prSet>
      <dgm:spPr/>
    </dgm:pt>
    <dgm:pt modelId="{DB0474C1-5976-44BB-BA3B-B39494EFDAE3}" type="pres">
      <dgm:prSet presAssocID="{BE87E863-A2A8-45B3-819C-4B1A7F82F514}" presName="composite" presStyleCnt="0"/>
      <dgm:spPr/>
    </dgm:pt>
    <dgm:pt modelId="{F57BD5CE-065D-41C5-8A3E-2B6CC424F084}" type="pres">
      <dgm:prSet presAssocID="{BE87E863-A2A8-45B3-819C-4B1A7F82F514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0EFB892-5DC9-412A-8024-5FCC730724E2}" type="pres">
      <dgm:prSet presAssocID="{BE87E863-A2A8-45B3-819C-4B1A7F82F514}" presName="descendantText" presStyleLbl="alignAcc1" presStyleIdx="0" presStyleCnt="4">
        <dgm:presLayoutVars>
          <dgm:bulletEnabled val="1"/>
        </dgm:presLayoutVars>
      </dgm:prSet>
      <dgm:spPr/>
    </dgm:pt>
    <dgm:pt modelId="{8973009F-75E5-49AF-9DA7-A81FAB6214D1}" type="pres">
      <dgm:prSet presAssocID="{40DB8B9A-5FAD-4638-A914-BA97C923D704}" presName="sp" presStyleCnt="0"/>
      <dgm:spPr/>
    </dgm:pt>
    <dgm:pt modelId="{C54F9D75-2332-4F6C-A269-30FF1562D8D8}" type="pres">
      <dgm:prSet presAssocID="{A600AE15-E7E2-4F67-9955-6DB1FDA5F9C9}" presName="composite" presStyleCnt="0"/>
      <dgm:spPr/>
    </dgm:pt>
    <dgm:pt modelId="{6E1DBE4A-DDAC-4C3E-8669-D66E787FB50B}" type="pres">
      <dgm:prSet presAssocID="{A600AE15-E7E2-4F67-9955-6DB1FDA5F9C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4FCF22E-C255-4E39-8701-2643373BF137}" type="pres">
      <dgm:prSet presAssocID="{A600AE15-E7E2-4F67-9955-6DB1FDA5F9C9}" presName="descendantText" presStyleLbl="alignAcc1" presStyleIdx="1" presStyleCnt="4">
        <dgm:presLayoutVars>
          <dgm:bulletEnabled val="1"/>
        </dgm:presLayoutVars>
      </dgm:prSet>
      <dgm:spPr/>
    </dgm:pt>
    <dgm:pt modelId="{53EC3E84-E9AE-49BE-8D6A-38340E173F4F}" type="pres">
      <dgm:prSet presAssocID="{D0394F98-42A5-4C3A-8F41-509379CD8C92}" presName="sp" presStyleCnt="0"/>
      <dgm:spPr/>
    </dgm:pt>
    <dgm:pt modelId="{6478EAE3-746F-4F58-8D5D-44BB6BD92F53}" type="pres">
      <dgm:prSet presAssocID="{A4C48388-F085-4446-A570-8AFFEAC1D7D3}" presName="composite" presStyleCnt="0"/>
      <dgm:spPr/>
    </dgm:pt>
    <dgm:pt modelId="{EAA48D7E-A5E6-4B75-8B94-A4C6AF7089AF}" type="pres">
      <dgm:prSet presAssocID="{A4C48388-F085-4446-A570-8AFFEAC1D7D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04A16E0-49FE-44E1-A4D5-4C283BC2E7E9}" type="pres">
      <dgm:prSet presAssocID="{A4C48388-F085-4446-A570-8AFFEAC1D7D3}" presName="descendantText" presStyleLbl="alignAcc1" presStyleIdx="2" presStyleCnt="4">
        <dgm:presLayoutVars>
          <dgm:bulletEnabled val="1"/>
        </dgm:presLayoutVars>
      </dgm:prSet>
      <dgm:spPr/>
    </dgm:pt>
    <dgm:pt modelId="{55BCDA41-727E-471C-A6EE-DD5E03FFE421}" type="pres">
      <dgm:prSet presAssocID="{2C6DE0CD-A772-4963-AA6F-095E73881566}" presName="sp" presStyleCnt="0"/>
      <dgm:spPr/>
    </dgm:pt>
    <dgm:pt modelId="{19DC3922-FCA0-4CC9-9580-E475A0C28FBD}" type="pres">
      <dgm:prSet presAssocID="{760D6B01-8CE9-4D6D-9262-E7D225381FEF}" presName="composite" presStyleCnt="0"/>
      <dgm:spPr/>
    </dgm:pt>
    <dgm:pt modelId="{0AC27843-A1C6-4E22-8729-89FB36A02CED}" type="pres">
      <dgm:prSet presAssocID="{760D6B01-8CE9-4D6D-9262-E7D225381FE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7D261085-5C77-417B-83B1-0174F5544A23}" type="pres">
      <dgm:prSet presAssocID="{760D6B01-8CE9-4D6D-9262-E7D225381FEF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3E0A60D-7BE4-4BA3-97B3-A493D6CC05A8}" srcId="{D0CFCE86-267A-4EEF-B772-4061629D2670}" destId="{A4C48388-F085-4446-A570-8AFFEAC1D7D3}" srcOrd="2" destOrd="0" parTransId="{7BF7996B-1507-424E-B7CC-B2E5D32A04FF}" sibTransId="{2C6DE0CD-A772-4963-AA6F-095E73881566}"/>
    <dgm:cxn modelId="{BBB6F611-E695-4692-AC7E-3DE7D74E2332}" type="presOf" srcId="{BE87E863-A2A8-45B3-819C-4B1A7F82F514}" destId="{F57BD5CE-065D-41C5-8A3E-2B6CC424F084}" srcOrd="0" destOrd="0" presId="urn:microsoft.com/office/officeart/2005/8/layout/chevron2"/>
    <dgm:cxn modelId="{5BD83B20-3B47-49C6-9078-5D007AE387F0}" srcId="{D0CFCE86-267A-4EEF-B772-4061629D2670}" destId="{A600AE15-E7E2-4F67-9955-6DB1FDA5F9C9}" srcOrd="1" destOrd="0" parTransId="{AD087A5C-3A61-4021-8990-0E4EF6030D19}" sibTransId="{D0394F98-42A5-4C3A-8F41-509379CD8C92}"/>
    <dgm:cxn modelId="{2D7C1031-A2CC-4020-9CC1-6761A13664BA}" type="presOf" srcId="{20E9231F-6A6E-429B-B954-38DAAFC3EA3A}" destId="{80EFB892-5DC9-412A-8024-5FCC730724E2}" srcOrd="0" destOrd="0" presId="urn:microsoft.com/office/officeart/2005/8/layout/chevron2"/>
    <dgm:cxn modelId="{2E3B7738-995C-4AD9-99DC-1169EA96F282}" srcId="{D0CFCE86-267A-4EEF-B772-4061629D2670}" destId="{760D6B01-8CE9-4D6D-9262-E7D225381FEF}" srcOrd="3" destOrd="0" parTransId="{0F001EF2-DCC9-49E2-8844-3D51CB096FD5}" sibTransId="{0526474D-7391-454F-B6F4-3F83C1F6B75F}"/>
    <dgm:cxn modelId="{524C1A62-7963-4617-B5F2-28DB332F82DE}" srcId="{A600AE15-E7E2-4F67-9955-6DB1FDA5F9C9}" destId="{764651F8-F470-4B05-AB61-5006E38F852D}" srcOrd="0" destOrd="0" parTransId="{0EF94665-B33B-4E99-9995-EB71E6DF0DF5}" sibTransId="{16479AEE-C49D-42C4-8F0F-5E8ADE9F4A2C}"/>
    <dgm:cxn modelId="{2F014768-8E0D-4C5E-98DC-161C7ABCEF53}" type="presOf" srcId="{760D6B01-8CE9-4D6D-9262-E7D225381FEF}" destId="{0AC27843-A1C6-4E22-8729-89FB36A02CED}" srcOrd="0" destOrd="0" presId="urn:microsoft.com/office/officeart/2005/8/layout/chevron2"/>
    <dgm:cxn modelId="{BDEEFE6B-096C-444F-81C7-2C4091A97F2E}" srcId="{BE87E863-A2A8-45B3-819C-4B1A7F82F514}" destId="{20E9231F-6A6E-429B-B954-38DAAFC3EA3A}" srcOrd="0" destOrd="0" parTransId="{07228C52-22FC-40E9-A777-089CCD3D0069}" sibTransId="{1F7D5A30-D4BA-4905-9964-9996E6DF2F45}"/>
    <dgm:cxn modelId="{D1D0594C-C63F-48C0-BDDD-88E99FE80C90}" type="presOf" srcId="{9B513F53-E9DB-4241-B41A-1DADE1202503}" destId="{A04A16E0-49FE-44E1-A4D5-4C283BC2E7E9}" srcOrd="0" destOrd="0" presId="urn:microsoft.com/office/officeart/2005/8/layout/chevron2"/>
    <dgm:cxn modelId="{9A2C074F-A262-4858-A0D0-3AA22CA0772E}" srcId="{D0CFCE86-267A-4EEF-B772-4061629D2670}" destId="{BE87E863-A2A8-45B3-819C-4B1A7F82F514}" srcOrd="0" destOrd="0" parTransId="{5FF1688B-D5C6-44CB-BBB2-0BEC7DEEFC19}" sibTransId="{40DB8B9A-5FAD-4638-A914-BA97C923D704}"/>
    <dgm:cxn modelId="{9CC37F51-7E9F-453A-94EE-28EEC2DD7BE3}" srcId="{760D6B01-8CE9-4D6D-9262-E7D225381FEF}" destId="{25376450-B3D5-46F6-B38A-3CDD791134EC}" srcOrd="0" destOrd="0" parTransId="{9A02DD51-A7BA-4965-946B-08A4936FB58D}" sibTransId="{A714D172-6801-49DA-9F4D-D46E8EDC6E9B}"/>
    <dgm:cxn modelId="{7AB0057C-BB4E-475E-BCF8-D375CA13BCFC}" type="presOf" srcId="{25376450-B3D5-46F6-B38A-3CDD791134EC}" destId="{7D261085-5C77-417B-83B1-0174F5544A23}" srcOrd="0" destOrd="0" presId="urn:microsoft.com/office/officeart/2005/8/layout/chevron2"/>
    <dgm:cxn modelId="{E2D11F9B-4BC4-4B48-955E-B197920F72D2}" type="presOf" srcId="{A4C48388-F085-4446-A570-8AFFEAC1D7D3}" destId="{EAA48D7E-A5E6-4B75-8B94-A4C6AF7089AF}" srcOrd="0" destOrd="0" presId="urn:microsoft.com/office/officeart/2005/8/layout/chevron2"/>
    <dgm:cxn modelId="{8D1326B3-9670-446C-AA65-7520004F974C}" srcId="{A4C48388-F085-4446-A570-8AFFEAC1D7D3}" destId="{9B513F53-E9DB-4241-B41A-1DADE1202503}" srcOrd="0" destOrd="0" parTransId="{E9B7B643-5942-4E35-ABA0-F325BF89DB4C}" sibTransId="{068D7E4B-FB57-4E01-AAD2-BB2CE979BFFB}"/>
    <dgm:cxn modelId="{8A9DABC6-DA94-4D91-A0A1-79FB37475576}" type="presOf" srcId="{D0CFCE86-267A-4EEF-B772-4061629D2670}" destId="{97A9DDC3-1CC3-4B34-94BD-ECBE7C4213C0}" srcOrd="0" destOrd="0" presId="urn:microsoft.com/office/officeart/2005/8/layout/chevron2"/>
    <dgm:cxn modelId="{223F28D7-9BF9-4B33-B7F5-2DA4658DB07F}" type="presOf" srcId="{764651F8-F470-4B05-AB61-5006E38F852D}" destId="{74FCF22E-C255-4E39-8701-2643373BF137}" srcOrd="0" destOrd="0" presId="urn:microsoft.com/office/officeart/2005/8/layout/chevron2"/>
    <dgm:cxn modelId="{C52AF2F0-6DFE-466F-B154-FA114A6F7271}" type="presOf" srcId="{A600AE15-E7E2-4F67-9955-6DB1FDA5F9C9}" destId="{6E1DBE4A-DDAC-4C3E-8669-D66E787FB50B}" srcOrd="0" destOrd="0" presId="urn:microsoft.com/office/officeart/2005/8/layout/chevron2"/>
    <dgm:cxn modelId="{D1374DA9-06AE-4406-AA9A-3DD57BCB5B44}" type="presParOf" srcId="{97A9DDC3-1CC3-4B34-94BD-ECBE7C4213C0}" destId="{DB0474C1-5976-44BB-BA3B-B39494EFDAE3}" srcOrd="0" destOrd="0" presId="urn:microsoft.com/office/officeart/2005/8/layout/chevron2"/>
    <dgm:cxn modelId="{226CA0BE-C78A-499B-82AB-8C781FB975A5}" type="presParOf" srcId="{DB0474C1-5976-44BB-BA3B-B39494EFDAE3}" destId="{F57BD5CE-065D-41C5-8A3E-2B6CC424F084}" srcOrd="0" destOrd="0" presId="urn:microsoft.com/office/officeart/2005/8/layout/chevron2"/>
    <dgm:cxn modelId="{096CD812-F400-48D8-8584-819C4293ACE7}" type="presParOf" srcId="{DB0474C1-5976-44BB-BA3B-B39494EFDAE3}" destId="{80EFB892-5DC9-412A-8024-5FCC730724E2}" srcOrd="1" destOrd="0" presId="urn:microsoft.com/office/officeart/2005/8/layout/chevron2"/>
    <dgm:cxn modelId="{C3AB396A-45BC-493D-8F7B-CE6F4F6F7A44}" type="presParOf" srcId="{97A9DDC3-1CC3-4B34-94BD-ECBE7C4213C0}" destId="{8973009F-75E5-49AF-9DA7-A81FAB6214D1}" srcOrd="1" destOrd="0" presId="urn:microsoft.com/office/officeart/2005/8/layout/chevron2"/>
    <dgm:cxn modelId="{72CC6966-3A0D-4409-B87A-E02D1833C815}" type="presParOf" srcId="{97A9DDC3-1CC3-4B34-94BD-ECBE7C4213C0}" destId="{C54F9D75-2332-4F6C-A269-30FF1562D8D8}" srcOrd="2" destOrd="0" presId="urn:microsoft.com/office/officeart/2005/8/layout/chevron2"/>
    <dgm:cxn modelId="{96CF8851-C356-457D-BBAA-B338B21C1BA5}" type="presParOf" srcId="{C54F9D75-2332-4F6C-A269-30FF1562D8D8}" destId="{6E1DBE4A-DDAC-4C3E-8669-D66E787FB50B}" srcOrd="0" destOrd="0" presId="urn:microsoft.com/office/officeart/2005/8/layout/chevron2"/>
    <dgm:cxn modelId="{A82211CF-BBE6-41DA-B3F8-C6B6FC2DE5E8}" type="presParOf" srcId="{C54F9D75-2332-4F6C-A269-30FF1562D8D8}" destId="{74FCF22E-C255-4E39-8701-2643373BF137}" srcOrd="1" destOrd="0" presId="urn:microsoft.com/office/officeart/2005/8/layout/chevron2"/>
    <dgm:cxn modelId="{922E144A-AE28-4710-B46D-B91D00806A0E}" type="presParOf" srcId="{97A9DDC3-1CC3-4B34-94BD-ECBE7C4213C0}" destId="{53EC3E84-E9AE-49BE-8D6A-38340E173F4F}" srcOrd="3" destOrd="0" presId="urn:microsoft.com/office/officeart/2005/8/layout/chevron2"/>
    <dgm:cxn modelId="{B2D80FC4-5059-4954-A701-FD765A977E3A}" type="presParOf" srcId="{97A9DDC3-1CC3-4B34-94BD-ECBE7C4213C0}" destId="{6478EAE3-746F-4F58-8D5D-44BB6BD92F53}" srcOrd="4" destOrd="0" presId="urn:microsoft.com/office/officeart/2005/8/layout/chevron2"/>
    <dgm:cxn modelId="{6EEB725A-C24A-4A4C-BF69-E977DA833811}" type="presParOf" srcId="{6478EAE3-746F-4F58-8D5D-44BB6BD92F53}" destId="{EAA48D7E-A5E6-4B75-8B94-A4C6AF7089AF}" srcOrd="0" destOrd="0" presId="urn:microsoft.com/office/officeart/2005/8/layout/chevron2"/>
    <dgm:cxn modelId="{00C402EA-2A85-4B6C-AF9F-B52B2ADA1142}" type="presParOf" srcId="{6478EAE3-746F-4F58-8D5D-44BB6BD92F53}" destId="{A04A16E0-49FE-44E1-A4D5-4C283BC2E7E9}" srcOrd="1" destOrd="0" presId="urn:microsoft.com/office/officeart/2005/8/layout/chevron2"/>
    <dgm:cxn modelId="{B56FB417-86ED-45E8-BA16-F5A186348480}" type="presParOf" srcId="{97A9DDC3-1CC3-4B34-94BD-ECBE7C4213C0}" destId="{55BCDA41-727E-471C-A6EE-DD5E03FFE421}" srcOrd="5" destOrd="0" presId="urn:microsoft.com/office/officeart/2005/8/layout/chevron2"/>
    <dgm:cxn modelId="{057C9F73-642F-4CB5-835A-68251C714712}" type="presParOf" srcId="{97A9DDC3-1CC3-4B34-94BD-ECBE7C4213C0}" destId="{19DC3922-FCA0-4CC9-9580-E475A0C28FBD}" srcOrd="6" destOrd="0" presId="urn:microsoft.com/office/officeart/2005/8/layout/chevron2"/>
    <dgm:cxn modelId="{EC51EFFE-E203-4A8D-8525-352CF4DFF9B6}" type="presParOf" srcId="{19DC3922-FCA0-4CC9-9580-E475A0C28FBD}" destId="{0AC27843-A1C6-4E22-8729-89FB36A02CED}" srcOrd="0" destOrd="0" presId="urn:microsoft.com/office/officeart/2005/8/layout/chevron2"/>
    <dgm:cxn modelId="{0E63413E-6A40-4A1C-820D-7209A3BE0D8D}" type="presParOf" srcId="{19DC3922-FCA0-4CC9-9580-E475A0C28FBD}" destId="{7D261085-5C77-417B-83B1-0174F5544A2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BD5CE-065D-41C5-8A3E-2B6CC424F084}">
      <dsp:nvSpPr>
        <dsp:cNvPr id="0" name=""/>
        <dsp:cNvSpPr/>
      </dsp:nvSpPr>
      <dsp:spPr>
        <a:xfrm rot="5400000">
          <a:off x="-198823" y="203186"/>
          <a:ext cx="1325492" cy="92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468284"/>
        <a:ext cx="927844" cy="397648"/>
      </dsp:txXfrm>
    </dsp:sp>
    <dsp:sp modelId="{80EFB892-5DC9-412A-8024-5FCC730724E2}">
      <dsp:nvSpPr>
        <dsp:cNvPr id="0" name=""/>
        <dsp:cNvSpPr/>
      </dsp:nvSpPr>
      <dsp:spPr>
        <a:xfrm rot="5400000">
          <a:off x="3119237" y="-2187029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Ursprünge</a:t>
          </a:r>
          <a:endParaRPr lang="de-DE" sz="3200" kern="1200" dirty="0"/>
        </a:p>
      </dsp:txBody>
      <dsp:txXfrm rot="-5400000">
        <a:off x="927845" y="46421"/>
        <a:ext cx="5202297" cy="777454"/>
      </dsp:txXfrm>
    </dsp:sp>
    <dsp:sp modelId="{6E1DBE4A-DDAC-4C3E-8669-D66E787FB50B}">
      <dsp:nvSpPr>
        <dsp:cNvPr id="0" name=""/>
        <dsp:cNvSpPr/>
      </dsp:nvSpPr>
      <dsp:spPr>
        <a:xfrm rot="5400000">
          <a:off x="-198823" y="1382988"/>
          <a:ext cx="1325492" cy="92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/>
        </a:p>
      </dsp:txBody>
      <dsp:txXfrm rot="-5400000">
        <a:off x="1" y="1648086"/>
        <a:ext cx="927844" cy="397648"/>
      </dsp:txXfrm>
    </dsp:sp>
    <dsp:sp modelId="{74FCF22E-C255-4E39-8701-2643373BF137}">
      <dsp:nvSpPr>
        <dsp:cNvPr id="0" name=""/>
        <dsp:cNvSpPr/>
      </dsp:nvSpPr>
      <dsp:spPr>
        <a:xfrm rot="5400000">
          <a:off x="3119237" y="-1007227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Funktionsweise mit Beispiel</a:t>
          </a:r>
        </a:p>
      </dsp:txBody>
      <dsp:txXfrm rot="-5400000">
        <a:off x="927845" y="1226223"/>
        <a:ext cx="5202297" cy="777454"/>
      </dsp:txXfrm>
    </dsp:sp>
    <dsp:sp modelId="{EAA48D7E-A5E6-4B75-8B94-A4C6AF7089AF}">
      <dsp:nvSpPr>
        <dsp:cNvPr id="0" name=""/>
        <dsp:cNvSpPr/>
      </dsp:nvSpPr>
      <dsp:spPr>
        <a:xfrm rot="5400000">
          <a:off x="-198823" y="2562791"/>
          <a:ext cx="1325492" cy="92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2827889"/>
        <a:ext cx="927844" cy="397648"/>
      </dsp:txXfrm>
    </dsp:sp>
    <dsp:sp modelId="{A04A16E0-49FE-44E1-A4D5-4C283BC2E7E9}">
      <dsp:nvSpPr>
        <dsp:cNvPr id="0" name=""/>
        <dsp:cNvSpPr/>
      </dsp:nvSpPr>
      <dsp:spPr>
        <a:xfrm rot="5400000">
          <a:off x="3119237" y="172574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Vor- und Nachteile</a:t>
          </a:r>
        </a:p>
      </dsp:txBody>
      <dsp:txXfrm rot="-5400000">
        <a:off x="927845" y="2406024"/>
        <a:ext cx="5202297" cy="777454"/>
      </dsp:txXfrm>
    </dsp:sp>
    <dsp:sp modelId="{0AC27843-A1C6-4E22-8729-89FB36A02CED}">
      <dsp:nvSpPr>
        <dsp:cNvPr id="0" name=""/>
        <dsp:cNvSpPr/>
      </dsp:nvSpPr>
      <dsp:spPr>
        <a:xfrm rot="5400000">
          <a:off x="-198823" y="3742593"/>
          <a:ext cx="1325492" cy="92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4007691"/>
        <a:ext cx="927844" cy="397648"/>
      </dsp:txXfrm>
    </dsp:sp>
    <dsp:sp modelId="{7D261085-5C77-417B-83B1-0174F5544A23}">
      <dsp:nvSpPr>
        <dsp:cNvPr id="0" name=""/>
        <dsp:cNvSpPr/>
      </dsp:nvSpPr>
      <dsp:spPr>
        <a:xfrm rot="5400000">
          <a:off x="3119237" y="1352377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Quellen</a:t>
          </a:r>
        </a:p>
      </dsp:txBody>
      <dsp:txXfrm rot="-5400000">
        <a:off x="927845" y="3585827"/>
        <a:ext cx="5202297" cy="777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53788C-A9B9-4D08-9941-6F460BAFC4D0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DAE4046-99D5-4A9B-A4E7-E29AC2CC86BE}" type="datetime1">
              <a:rPr lang="de-DE" smtClean="0"/>
              <a:t>22.12.2021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55CAB279-DF3A-4C37-BC81-0691F7C3ED46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Reduzierung der Lagerbestände: Weniger Material musste gleichzeitig auf Lager sein um reibungslose/ununterbrochene Versorgung zu gewährleisten</a:t>
            </a:r>
          </a:p>
          <a:p>
            <a:r>
              <a:rPr lang="de-DE" dirty="0"/>
              <a:t>Erhöhte Lieferfähigkeit: Lieferanten bekommen schnell Informationen über gebrauchte Artikel -&gt; ununterbrochene, schnelle Informationsversorgung ermöglicht schnelle Aktionen/Reaktionen</a:t>
            </a:r>
          </a:p>
          <a:p>
            <a:r>
              <a:rPr lang="de-DE" dirty="0"/>
              <a:t>Pull-Methode: Nachschub wird erst dann angefordert, wenn Vorrat leer wird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6BDA30-617F-4BDF-947A-EBC36A6CEAFE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Management über Kanban zwingt zur Behebung von Problemen, da Karte nicht getauscht werden kann</a:t>
            </a:r>
          </a:p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Vor Projektstart müssen Regeln festgelegt werden, z.B. ab wann Aufgabe als erledigt gilt</a:t>
            </a:r>
          </a:p>
          <a:p>
            <a:pPr marL="171450" indent="-171450">
              <a:buFontTx/>
              <a:buChar char="-"/>
            </a:pP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Karte muss nach rechts wandern (Aufgabe muss erfüllt werden), bevor neue Karte genommen werden kann</a:t>
            </a:r>
          </a:p>
          <a:p>
            <a:pPr marL="171450" indent="-171450">
              <a:buFontTx/>
              <a:buChar char="-"/>
            </a:pP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Stop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starting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finishing</a:t>
            </a:r>
            <a:endParaRPr lang="de-DE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pPr marL="171450" indent="-171450">
              <a:buFontTx/>
              <a:buChar char="-"/>
            </a:pP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9264E1B-6704-4A82-A904-593159C93C3C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5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6092-1DB4-4EB8-8C1A-5DFB79DE1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473CC-F049-4331-9F26-C2C86EC43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4EF49-D8BF-48B8-B6EF-EBFD31D5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187B-757A-476E-B6CF-C8CD50CD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CCFD4-3008-43D1-9F78-5EE831CA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87795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8555-5837-477B-BBC3-0FE31FE2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D59A-7B20-4FF9-9B0B-AAC8B6A20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3EC52-7132-4983-BE34-6BF56E67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F37B3-0CB8-4103-B909-F89C6244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B043A-72FA-48DB-AF1D-0B9126F5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88552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8B8C-607F-4849-917F-465B2C5D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1A8CB-4FB9-4315-85A1-91D5FC20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784EE-608B-4313-9BA2-8B7F89CB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5D1F6-137F-4F02-9DE8-0F1950AC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9633-3C6A-417E-8767-B61244B8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13486"/>
      </p:ext>
    </p:extLst>
  </p:cSld>
  <p:clrMapOvr>
    <a:masterClrMapping/>
  </p:clrMapOvr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1404-C620-43F6-8169-40368DDD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B24AB-6644-4CFE-AE1A-10F32FCD1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A7F57-E7E8-4395-8518-16B6A4825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2D6BD-EE33-494F-B072-8DD06B01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5F2FD-CA3E-45EB-B3B6-204ACD5F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D756F-3326-472D-8DDB-026E6095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53853"/>
      </p:ext>
    </p:extLst>
  </p:cSld>
  <p:clrMapOvr>
    <a:masterClrMapping/>
  </p:clrMapOvr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A4BF-EED3-4211-9951-814D2141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F931F-21AB-41FB-8A90-CA9DFB63F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46F2D-F564-4E1F-81F7-EB16F12CA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BA087-2CF8-4606-BCAB-BEC7FB675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1B786-F2CD-4285-BEEA-E1B83E097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B85E0-EB4A-4EC7-A498-EB7AEFBE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CBDDB-B249-425D-8C5C-569F1142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1F03B-625B-47C8-96A2-391962EB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0682"/>
      </p:ext>
    </p:extLst>
  </p:cSld>
  <p:clrMapOvr>
    <a:masterClrMapping/>
  </p:clrMapOvr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94F0-0D4E-482D-88C8-466DFEFC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59E2D-B5B4-4EEE-8DD3-39858F49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2AA5B-5A40-42FD-8A36-2561C949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1862C-CD71-44D1-B986-E597DF4C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00954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0A441-70D9-4268-BC5D-4C98ED0E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978E8-21CB-413E-9525-C3CE2426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7CFBF-F118-4671-B70E-BFA06DD4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83228"/>
      </p:ext>
    </p:extLst>
  </p:cSld>
  <p:clrMapOvr>
    <a:masterClrMapping/>
  </p:clrMapOvr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07159-9AB3-41DB-958C-0186A8C3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2ABDB-7F24-4571-B32E-3FBF8A74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18235-5561-4D3B-9A3B-F59ECFAF3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F83B3-9BFB-4BA6-894F-1A636DFC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AF18C-1381-4C69-B78B-5519AD80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256C1-FB1F-432A-BA92-6D21E12B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57754"/>
      </p:ext>
    </p:extLst>
  </p:cSld>
  <p:clrMapOvr>
    <a:masterClrMapping/>
  </p:clrMapOvr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0F80-36EF-441B-9B47-DCC1C042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6C56C-E28D-4679-AAA8-DD75B51D8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4C3AF-EAA2-4F69-8921-AF7667CE8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12272-D1FB-455B-974E-7D027C14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7C8F0-BCDD-4152-A7F9-76703BF9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6BFB5-C779-4F40-AF72-DED788E3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211796"/>
      </p:ext>
    </p:extLst>
  </p:cSld>
  <p:clrMapOvr>
    <a:masterClrMapping/>
  </p:clrMapOvr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B2FF-639C-4343-ACBE-3A457920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A19AD-D25C-44B7-A73A-FB5BCDBDC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1352-61FB-4FDE-B33E-E971AEA63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1D85-BC6B-43A3-9DCA-927A01E1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6C54C-7AE1-45D6-BDDD-23EE9763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8639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03F79-A34E-4E8B-9801-76CF84029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8056-394E-489A-82F0-1CCC47BC5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7400-6D78-4B15-A5C0-28C0413C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B3CBA-D761-46F9-B915-CB184E71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627CF-B9C6-4F06-91B9-5FAAB3DF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67457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AFAD9-4A9A-405E-990B-050848E8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F9817-10D3-4C18-AF12-99DA9B13B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3323-CC9D-4935-9F13-8C376EEE9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8C3F2-7513-4F15-9D50-F34BE26A6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B3CFC-C2AA-4D46-9DB7-710B6718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5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refa.de/service/refa-lexikon/kanban" TargetMode="External"/><Relationship Id="rId3" Type="http://schemas.openxmlformats.org/officeDocument/2006/relationships/hyperlink" Target="https://www.atlassian.com/de/agile/kanban" TargetMode="External"/><Relationship Id="rId7" Type="http://schemas.openxmlformats.org/officeDocument/2006/relationships/hyperlink" Target="https://www.lepros.de/Glossar/kanban.php" TargetMode="External"/><Relationship Id="rId2" Type="http://schemas.openxmlformats.org/officeDocument/2006/relationships/hyperlink" Target="https://www.it-agile.de/agiles-wissen/kanban/was-ist-kanb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tlassian.com/de/software/jira" TargetMode="External"/><Relationship Id="rId5" Type="http://schemas.openxmlformats.org/officeDocument/2006/relationships/hyperlink" Target="https://www.ionos.de/digitalguide/websites/web-entwicklung/kanban/" TargetMode="External"/><Relationship Id="rId4" Type="http://schemas.openxmlformats.org/officeDocument/2006/relationships/hyperlink" Target="https://kanbanize.com/de/kanban-ressourcen/kanban-erste-schritte/was-ist-kanban" TargetMode="External"/><Relationship Id="rId9" Type="http://schemas.openxmlformats.org/officeDocument/2006/relationships/hyperlink" Target="https://kanbantool.com/de/kanban-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" dirty="0"/>
              <a:t>Kanban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Sandra saueressig, Kevin Klockow, Lijon Fogel</a:t>
            </a:r>
          </a:p>
        </p:txBody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280" y="3081867"/>
            <a:ext cx="9873571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04900C-B1E8-4611-943C-F71B2CD5C61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0201CE-F6C6-4664-981B-90FB3A163351}"/>
              </a:ext>
            </a:extLst>
          </p:cNvPr>
          <p:cNvGrpSpPr/>
          <p:nvPr/>
        </p:nvGrpSpPr>
        <p:grpSpPr>
          <a:xfrm>
            <a:off x="0" y="1"/>
            <a:ext cx="13140715" cy="6858000"/>
            <a:chOff x="0" y="1"/>
            <a:chExt cx="13140715" cy="685800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9F57304-53CD-4F46-AA81-9C22095EDD64}"/>
                </a:ext>
              </a:extLst>
            </p:cNvPr>
            <p:cNvSpPr/>
            <p:nvPr/>
          </p:nvSpPr>
          <p:spPr>
            <a:xfrm>
              <a:off x="0" y="1"/>
              <a:ext cx="13140715" cy="6858000"/>
            </a:xfrm>
            <a:custGeom>
              <a:avLst/>
              <a:gdLst>
                <a:gd name="connsiteX0" fmla="*/ 0 w 13140715"/>
                <a:gd name="connsiteY0" fmla="*/ 0 h 6858000"/>
                <a:gd name="connsiteX1" fmla="*/ 12192000 w 13140715"/>
                <a:gd name="connsiteY1" fmla="*/ 0 h 6858000"/>
                <a:gd name="connsiteX2" fmla="*/ 13140715 w 13140715"/>
                <a:gd name="connsiteY2" fmla="*/ 0 h 6858000"/>
                <a:gd name="connsiteX3" fmla="*/ 13140715 w 13140715"/>
                <a:gd name="connsiteY3" fmla="*/ 1713600 h 6858000"/>
                <a:gd name="connsiteX4" fmla="*/ 12192000 w 13140715"/>
                <a:gd name="connsiteY4" fmla="*/ 1713600 h 6858000"/>
                <a:gd name="connsiteX5" fmla="*/ 12192000 w 13140715"/>
                <a:gd name="connsiteY5" fmla="*/ 6858000 h 6858000"/>
                <a:gd name="connsiteX6" fmla="*/ 0 w 13140715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40715" h="6858000">
                  <a:moveTo>
                    <a:pt x="0" y="0"/>
                  </a:moveTo>
                  <a:lnTo>
                    <a:pt x="12192000" y="0"/>
                  </a:lnTo>
                  <a:lnTo>
                    <a:pt x="13140715" y="0"/>
                  </a:lnTo>
                  <a:lnTo>
                    <a:pt x="13140715" y="1713600"/>
                  </a:lnTo>
                  <a:lnTo>
                    <a:pt x="12192000" y="171360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ln w="19050" cap="rnd">
              <a:solidFill>
                <a:schemeClr val="accent1">
                  <a:shade val="50000"/>
                </a:schemeClr>
              </a:solidFill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339DEB-55AE-4960-9FD0-1A6FE5ED7523}"/>
                </a:ext>
              </a:extLst>
            </p:cNvPr>
            <p:cNvSpPr/>
            <p:nvPr/>
          </p:nvSpPr>
          <p:spPr>
            <a:xfrm>
              <a:off x="1298157" y="363600"/>
              <a:ext cx="10544400" cy="6130800"/>
            </a:xfrm>
            <a:prstGeom prst="rect">
              <a:avLst/>
            </a:prstGeom>
            <a:solidFill>
              <a:schemeClr val="bg1"/>
            </a:solidFill>
            <a:ln w="19050" cap="rnd">
              <a:solidFill>
                <a:schemeClr val="accent1">
                  <a:shade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7E2B826-D0A4-4835-A701-CB4919AE6047}"/>
              </a:ext>
            </a:extLst>
          </p:cNvPr>
          <p:cNvGrpSpPr/>
          <p:nvPr/>
        </p:nvGrpSpPr>
        <p:grpSpPr>
          <a:xfrm>
            <a:off x="-2" y="-3"/>
            <a:ext cx="13140715" cy="6858000"/>
            <a:chOff x="0" y="1"/>
            <a:chExt cx="1314071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A2CF1B-FA35-494C-BE76-BE6D029A0EC3}"/>
                </a:ext>
              </a:extLst>
            </p:cNvPr>
            <p:cNvSpPr/>
            <p:nvPr/>
          </p:nvSpPr>
          <p:spPr>
            <a:xfrm>
              <a:off x="0" y="1"/>
              <a:ext cx="13140715" cy="6858000"/>
            </a:xfrm>
            <a:custGeom>
              <a:avLst/>
              <a:gdLst>
                <a:gd name="connsiteX0" fmla="*/ 0 w 13140715"/>
                <a:gd name="connsiteY0" fmla="*/ 0 h 6858000"/>
                <a:gd name="connsiteX1" fmla="*/ 12192000 w 13140715"/>
                <a:gd name="connsiteY1" fmla="*/ 0 h 6858000"/>
                <a:gd name="connsiteX2" fmla="*/ 12192000 w 13140715"/>
                <a:gd name="connsiteY2" fmla="*/ 1715400 h 6858000"/>
                <a:gd name="connsiteX3" fmla="*/ 13140715 w 13140715"/>
                <a:gd name="connsiteY3" fmla="*/ 1715400 h 6858000"/>
                <a:gd name="connsiteX4" fmla="*/ 13140715 w 13140715"/>
                <a:gd name="connsiteY4" fmla="*/ 3429000 h 6858000"/>
                <a:gd name="connsiteX5" fmla="*/ 12192000 w 13140715"/>
                <a:gd name="connsiteY5" fmla="*/ 3429000 h 6858000"/>
                <a:gd name="connsiteX6" fmla="*/ 12192000 w 13140715"/>
                <a:gd name="connsiteY6" fmla="*/ 6858000 h 6858000"/>
                <a:gd name="connsiteX7" fmla="*/ 0 w 13140715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40715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715400"/>
                  </a:lnTo>
                  <a:lnTo>
                    <a:pt x="13140715" y="1715400"/>
                  </a:lnTo>
                  <a:lnTo>
                    <a:pt x="13140715" y="3429000"/>
                  </a:lnTo>
                  <a:lnTo>
                    <a:pt x="12192000" y="342900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056B7F-8A20-4B8D-9331-17029663E904}"/>
                </a:ext>
              </a:extLst>
            </p:cNvPr>
            <p:cNvSpPr/>
            <p:nvPr/>
          </p:nvSpPr>
          <p:spPr>
            <a:xfrm>
              <a:off x="1298157" y="363599"/>
              <a:ext cx="10544400" cy="6130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097626-232C-4327-8112-41AACE38550C}"/>
              </a:ext>
            </a:extLst>
          </p:cNvPr>
          <p:cNvGrpSpPr/>
          <p:nvPr/>
        </p:nvGrpSpPr>
        <p:grpSpPr>
          <a:xfrm>
            <a:off x="-1" y="0"/>
            <a:ext cx="13140715" cy="6858000"/>
            <a:chOff x="-248281" y="351096"/>
            <a:chExt cx="1314071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B65C1B-C1F6-4859-AB14-460219C7AF8D}"/>
                </a:ext>
              </a:extLst>
            </p:cNvPr>
            <p:cNvSpPr/>
            <p:nvPr/>
          </p:nvSpPr>
          <p:spPr>
            <a:xfrm>
              <a:off x="-248281" y="351096"/>
              <a:ext cx="13140715" cy="6858000"/>
            </a:xfrm>
            <a:custGeom>
              <a:avLst/>
              <a:gdLst>
                <a:gd name="connsiteX0" fmla="*/ 0 w 13140715"/>
                <a:gd name="connsiteY0" fmla="*/ 0 h 6858000"/>
                <a:gd name="connsiteX1" fmla="*/ 12192000 w 13140715"/>
                <a:gd name="connsiteY1" fmla="*/ 0 h 6858000"/>
                <a:gd name="connsiteX2" fmla="*/ 12192000 w 13140715"/>
                <a:gd name="connsiteY2" fmla="*/ 3429000 h 6858000"/>
                <a:gd name="connsiteX3" fmla="*/ 13140715 w 13140715"/>
                <a:gd name="connsiteY3" fmla="*/ 3429000 h 6858000"/>
                <a:gd name="connsiteX4" fmla="*/ 13140715 w 13140715"/>
                <a:gd name="connsiteY4" fmla="*/ 5142600 h 6858000"/>
                <a:gd name="connsiteX5" fmla="*/ 12192000 w 13140715"/>
                <a:gd name="connsiteY5" fmla="*/ 5142600 h 6858000"/>
                <a:gd name="connsiteX6" fmla="*/ 12192000 w 13140715"/>
                <a:gd name="connsiteY6" fmla="*/ 6858000 h 6858000"/>
                <a:gd name="connsiteX7" fmla="*/ 0 w 13140715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40715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3429000"/>
                  </a:lnTo>
                  <a:lnTo>
                    <a:pt x="13140715" y="3429000"/>
                  </a:lnTo>
                  <a:lnTo>
                    <a:pt x="13140715" y="5142600"/>
                  </a:lnTo>
                  <a:lnTo>
                    <a:pt x="12192000" y="514260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3D8E59-CADC-4A47-8863-F3F31178A74D}"/>
                </a:ext>
              </a:extLst>
            </p:cNvPr>
            <p:cNvSpPr/>
            <p:nvPr/>
          </p:nvSpPr>
          <p:spPr>
            <a:xfrm>
              <a:off x="1049876" y="714696"/>
              <a:ext cx="10544400" cy="6130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D0EF34-64CF-4FE1-AA4B-2D18EED918F4}"/>
              </a:ext>
            </a:extLst>
          </p:cNvPr>
          <p:cNvGrpSpPr/>
          <p:nvPr/>
        </p:nvGrpSpPr>
        <p:grpSpPr>
          <a:xfrm>
            <a:off x="-1" y="-2"/>
            <a:ext cx="13140715" cy="6858001"/>
            <a:chOff x="-575286" y="308835"/>
            <a:chExt cx="13140715" cy="685800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A59026-03F5-467E-93CB-71CDF21B1CCE}"/>
                </a:ext>
              </a:extLst>
            </p:cNvPr>
            <p:cNvSpPr/>
            <p:nvPr/>
          </p:nvSpPr>
          <p:spPr>
            <a:xfrm>
              <a:off x="-575286" y="308835"/>
              <a:ext cx="13140715" cy="6858001"/>
            </a:xfrm>
            <a:custGeom>
              <a:avLst/>
              <a:gdLst>
                <a:gd name="connsiteX0" fmla="*/ 0 w 13140715"/>
                <a:gd name="connsiteY0" fmla="*/ 0 h 6858001"/>
                <a:gd name="connsiteX1" fmla="*/ 12192000 w 13140715"/>
                <a:gd name="connsiteY1" fmla="*/ 0 h 6858001"/>
                <a:gd name="connsiteX2" fmla="*/ 12192000 w 13140715"/>
                <a:gd name="connsiteY2" fmla="*/ 5144401 h 6858001"/>
                <a:gd name="connsiteX3" fmla="*/ 13140715 w 13140715"/>
                <a:gd name="connsiteY3" fmla="*/ 5144401 h 6858001"/>
                <a:gd name="connsiteX4" fmla="*/ 13140715 w 13140715"/>
                <a:gd name="connsiteY4" fmla="*/ 6858001 h 6858001"/>
                <a:gd name="connsiteX5" fmla="*/ 12192000 w 13140715"/>
                <a:gd name="connsiteY5" fmla="*/ 6858001 h 6858001"/>
                <a:gd name="connsiteX6" fmla="*/ 12192000 w 13140715"/>
                <a:gd name="connsiteY6" fmla="*/ 6858000 h 6858001"/>
                <a:gd name="connsiteX7" fmla="*/ 0 w 13140715"/>
                <a:gd name="connsiteY7" fmla="*/ 685800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40715" h="6858001">
                  <a:moveTo>
                    <a:pt x="0" y="0"/>
                  </a:moveTo>
                  <a:lnTo>
                    <a:pt x="12192000" y="0"/>
                  </a:lnTo>
                  <a:lnTo>
                    <a:pt x="12192000" y="5144401"/>
                  </a:lnTo>
                  <a:lnTo>
                    <a:pt x="13140715" y="5144401"/>
                  </a:lnTo>
                  <a:lnTo>
                    <a:pt x="13140715" y="6858001"/>
                  </a:lnTo>
                  <a:lnTo>
                    <a:pt x="12192000" y="6858001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6"/>
            </a:solidFill>
            <a:ln w="19050" cap="rnd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E75168-E3CA-4A46-923B-4E0D5F82F43D}"/>
                </a:ext>
              </a:extLst>
            </p:cNvPr>
            <p:cNvSpPr/>
            <p:nvPr/>
          </p:nvSpPr>
          <p:spPr>
            <a:xfrm>
              <a:off x="722871" y="672434"/>
              <a:ext cx="10544400" cy="6130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2972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C280-5F77-49D3-AC83-6171EA7F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F8E1F-CF23-4071-84CC-6F8C4D9D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19414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95396F-C4C6-4E5F-BD0C-3C9A41D2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7891FCE-3A99-43D3-B5AE-536CC139264B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D89386-D73B-477B-912C-4FC5C266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0532B-DEEF-41C6-8EA4-9F1B7A101247}"/>
              </a:ext>
            </a:extLst>
          </p:cNvPr>
          <p:cNvSpPr/>
          <p:nvPr/>
        </p:nvSpPr>
        <p:spPr>
          <a:xfrm>
            <a:off x="6096000" y="1466105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669E1-D1BC-4A26-A537-2D7A80B3161C}"/>
              </a:ext>
            </a:extLst>
          </p:cNvPr>
          <p:cNvSpPr/>
          <p:nvPr/>
        </p:nvSpPr>
        <p:spPr>
          <a:xfrm>
            <a:off x="6096000" y="2594206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06D45-DAF1-47EC-80C4-92C518F033EE}"/>
              </a:ext>
            </a:extLst>
          </p:cNvPr>
          <p:cNvSpPr/>
          <p:nvPr/>
        </p:nvSpPr>
        <p:spPr>
          <a:xfrm>
            <a:off x="6095999" y="3722307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D14AE-7B16-4831-9E11-96728CFB0F06}"/>
              </a:ext>
            </a:extLst>
          </p:cNvPr>
          <p:cNvSpPr/>
          <p:nvPr/>
        </p:nvSpPr>
        <p:spPr>
          <a:xfrm>
            <a:off x="6095998" y="4850408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752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7C3B7-360B-4714-A68D-DFDE4703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49C124-B734-432D-9899-4934BAFE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Kanban, jap. für: Signalkarte</a:t>
            </a:r>
          </a:p>
          <a:p>
            <a:r>
              <a:rPr lang="de-DE" sz="2800" dirty="0"/>
              <a:t>1947 für Toyota entwickelt</a:t>
            </a:r>
          </a:p>
          <a:p>
            <a:r>
              <a:rPr lang="de-DE" sz="2800" dirty="0"/>
              <a:t>Prinzip der Just-in-Time Produktion</a:t>
            </a:r>
          </a:p>
          <a:p>
            <a:pPr lvl="1"/>
            <a:r>
              <a:rPr lang="de-DE" sz="2400" dirty="0"/>
              <a:t>Orientiert an Kundennachfrage -&gt; Pull-System</a:t>
            </a:r>
          </a:p>
          <a:p>
            <a:r>
              <a:rPr lang="de-DE" sz="2800" dirty="0"/>
              <a:t>Ermöglicht Reduzierung der benötigten Lagerbestände </a:t>
            </a:r>
          </a:p>
          <a:p>
            <a:r>
              <a:rPr lang="de-DE" sz="2800" dirty="0"/>
              <a:t>Erhöht Lieferfähigkeit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7C6D2-6D1F-485E-8B79-D7CE4100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84EA3EE-5E1E-47DB-AB6A-79E64B1978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898C3D-4898-42E6-B18C-5E5F4DA5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pic>
        <p:nvPicPr>
          <p:cNvPr id="1026" name="Picture 2" descr="A person's hand is shown holding a transparent plastic bag of bolts (machine screws) together with a yellow card. The card has printed on it: &quot;ITEM #0014 BIN: A14 NSN:5306-00-151-1419 P/N: NOMEN: BOLT QTY LEFT: 50&quot;.">
            <a:extLst>
              <a:ext uri="{FF2B5EF4-FFF2-40B4-BE49-F238E27FC236}">
                <a16:creationId xmlns:a16="http://schemas.microsoft.com/office/drawing/2014/main" id="{AF784BD9-7765-4C39-B823-E9F15B923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69" y="1062542"/>
            <a:ext cx="3847185" cy="255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452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37370-2145-45E5-92C4-1CADC5DA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1A40A3-2127-4E8F-B982-24B00023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>
            <a:normAutofit/>
          </a:bodyPr>
          <a:lstStyle/>
          <a:p>
            <a:r>
              <a:rPr lang="de-DE" sz="2200" dirty="0"/>
              <a:t>Visualisierung des Projekts anhand einer Kanban-Tafel, auf die alle Mitarbeiter Zugriff haben</a:t>
            </a:r>
          </a:p>
          <a:p>
            <a:r>
              <a:rPr lang="de-DE" sz="2200" dirty="0"/>
              <a:t>Aufteilung in mindestens 3 Spalten, z.B. </a:t>
            </a:r>
            <a:r>
              <a:rPr lang="de-DE" sz="2200" dirty="0" err="1"/>
              <a:t>To</a:t>
            </a:r>
            <a:r>
              <a:rPr lang="de-DE" sz="2200" dirty="0"/>
              <a:t>-Do, In Progress, </a:t>
            </a:r>
            <a:r>
              <a:rPr lang="de-DE" sz="2200" dirty="0" err="1"/>
              <a:t>Done</a:t>
            </a:r>
            <a:endParaRPr lang="de-DE" sz="2200" dirty="0"/>
          </a:p>
          <a:p>
            <a:r>
              <a:rPr lang="de-DE" sz="2200" dirty="0"/>
              <a:t>Je höher die Auftragskarte in der Spalte, desto zeitintensiver der Prozess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30C6FC-E342-49DF-BE43-B4B679B9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8B7EA5-2F67-4DF5-9AE5-BD195B03B72D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1E2E19-7C80-4743-A3ED-D957254E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115AF-9EFA-4A5B-BA87-C6BA4AA3D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72" y="1757428"/>
            <a:ext cx="10344856" cy="3468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518CD-2857-4D3A-A282-6D263B723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95" y="1757428"/>
            <a:ext cx="11274209" cy="399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62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232 L 0.23659 -0.2192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4862 L 0.22031 0.1115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1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3930-5606-4786-9214-4B1505FF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86E-32E1-4940-A432-95754482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/>
          <a:lstStyle/>
          <a:p>
            <a:r>
              <a:rPr lang="de-DE" sz="2200" dirty="0"/>
              <a:t>Limitierung der Aufträge für ein Team notwendig</a:t>
            </a:r>
          </a:p>
          <a:p>
            <a:pPr lvl="1"/>
            <a:r>
              <a:rPr lang="de-DE" sz="2200" dirty="0"/>
              <a:t>Bei Problemen in einem Team muss diesem erst geholfen werden</a:t>
            </a:r>
          </a:p>
          <a:p>
            <a:r>
              <a:rPr lang="de-DE" sz="2200" dirty="0"/>
              <a:t>Kadenz: Meeting zur Besprechung von Problemen, Feedback etc.</a:t>
            </a:r>
          </a:p>
          <a:p>
            <a:pPr lvl="1"/>
            <a:r>
              <a:rPr lang="de-DE" sz="2200" dirty="0"/>
              <a:t>Nicht notwendig, aber empfohlen für optimalen Workflow, z.B. Täglich, Wöchentlich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6FD58-D442-4346-A531-C185833E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A6C9FC-966C-424E-9D3F-73F81A9B7D0A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5E11F87-A9BA-4877-BD76-1B8D5974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6C9D3-FA75-4A10-8C42-628D6958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4149"/>
            <a:ext cx="5810250" cy="185737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E489FA9-999E-4B6D-9D18-979434C51379}"/>
              </a:ext>
            </a:extLst>
          </p:cNvPr>
          <p:cNvSpPr/>
          <p:nvPr/>
        </p:nvSpPr>
        <p:spPr>
          <a:xfrm rot="18516628">
            <a:off x="9858208" y="3807539"/>
            <a:ext cx="1404264" cy="600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218B8-05F2-4A21-9DCF-0FE123261918}"/>
              </a:ext>
            </a:extLst>
          </p:cNvPr>
          <p:cNvSpPr txBox="1"/>
          <p:nvPr/>
        </p:nvSpPr>
        <p:spPr>
          <a:xfrm>
            <a:off x="8530994" y="4663951"/>
            <a:ext cx="307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Visualisierung</a:t>
            </a:r>
            <a:r>
              <a:rPr lang="en-US" dirty="0"/>
              <a:t> der </a:t>
            </a:r>
            <a:r>
              <a:rPr lang="en-US" dirty="0" err="1"/>
              <a:t>Zuweisungen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4052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A1FFED-4760-4725-B889-6EE966B3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651361"/>
            <a:ext cx="5686425" cy="278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BF2416-ED8A-4E96-A8C1-D61D530D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E7CD-8E66-45F7-A912-BA6DD170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00"/>
            <a:ext cx="11029615" cy="535622"/>
          </a:xfrm>
        </p:spPr>
        <p:txBody>
          <a:bodyPr/>
          <a:lstStyle/>
          <a:p>
            <a:r>
              <a:rPr lang="de-DE" sz="1800" dirty="0"/>
              <a:t>Weitere Funktionen möglich: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CFE2A-8958-48B9-8F79-E526B596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8DD6B0-D513-4DAB-9721-17B3CED4284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F71CFA5-7A3C-4D94-8947-F6B9F3CA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8E80E-05C2-44A9-BBA2-5620BFF916E2}"/>
              </a:ext>
            </a:extLst>
          </p:cNvPr>
          <p:cNvSpPr txBox="1"/>
          <p:nvPr/>
        </p:nvSpPr>
        <p:spPr>
          <a:xfrm>
            <a:off x="6911638" y="1498425"/>
            <a:ext cx="2835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Abgabe</a:t>
            </a:r>
            <a:r>
              <a:rPr lang="en-US" sz="2400" dirty="0"/>
              <a:t> Datum/Deadline</a:t>
            </a:r>
            <a:endParaRPr lang="de-DE" sz="24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D5D8A60-008C-4BD4-A93D-61B3262043B3}"/>
              </a:ext>
            </a:extLst>
          </p:cNvPr>
          <p:cNvSpPr/>
          <p:nvPr/>
        </p:nvSpPr>
        <p:spPr>
          <a:xfrm rot="10800000">
            <a:off x="8410821" y="333651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rrow: Right 10" descr="Due Date&#10;">
            <a:extLst>
              <a:ext uri="{FF2B5EF4-FFF2-40B4-BE49-F238E27FC236}">
                <a16:creationId xmlns:a16="http://schemas.microsoft.com/office/drawing/2014/main" id="{47BD6981-1798-4F8F-BE6B-9DA2D03896DB}"/>
              </a:ext>
            </a:extLst>
          </p:cNvPr>
          <p:cNvSpPr/>
          <p:nvPr/>
        </p:nvSpPr>
        <p:spPr>
          <a:xfrm rot="7549317">
            <a:off x="5919761" y="2576962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80B3C89-228C-4D50-9C0D-70B9BC9690B8}"/>
              </a:ext>
            </a:extLst>
          </p:cNvPr>
          <p:cNvSpPr/>
          <p:nvPr/>
        </p:nvSpPr>
        <p:spPr>
          <a:xfrm rot="1662461">
            <a:off x="2051897" y="3477198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4905DF-93CC-44F1-9408-EDE0A7864B03}"/>
              </a:ext>
            </a:extLst>
          </p:cNvPr>
          <p:cNvSpPr/>
          <p:nvPr/>
        </p:nvSpPr>
        <p:spPr>
          <a:xfrm rot="18788289">
            <a:off x="3789567" y="476722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615E0-8E6F-4344-B173-C33FFCAFC6DA}"/>
              </a:ext>
            </a:extLst>
          </p:cNvPr>
          <p:cNvSpPr txBox="1"/>
          <p:nvPr/>
        </p:nvSpPr>
        <p:spPr>
          <a:xfrm>
            <a:off x="9930691" y="3182521"/>
            <a:ext cx="2261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Datei</a:t>
            </a:r>
            <a:br>
              <a:rPr lang="en-US" sz="2400" dirty="0"/>
            </a:br>
            <a:r>
              <a:rPr lang="en-US" sz="2400" dirty="0" err="1"/>
              <a:t>Anhänge</a:t>
            </a:r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5DA17-2526-42EA-840C-8F226B8E07F4}"/>
              </a:ext>
            </a:extLst>
          </p:cNvPr>
          <p:cNvSpPr txBox="1"/>
          <p:nvPr/>
        </p:nvSpPr>
        <p:spPr>
          <a:xfrm>
            <a:off x="2707441" y="5537484"/>
            <a:ext cx="126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Priorität</a:t>
            </a:r>
            <a:endParaRPr lang="de-DE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6FE43-FFE7-4A20-83E5-F9E0E0B0366F}"/>
              </a:ext>
            </a:extLst>
          </p:cNvPr>
          <p:cNvSpPr txBox="1"/>
          <p:nvPr/>
        </p:nvSpPr>
        <p:spPr>
          <a:xfrm>
            <a:off x="171454" y="2784921"/>
            <a:ext cx="219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Abstimmungen</a:t>
            </a:r>
            <a:endParaRPr lang="de-D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E69AE9-36ED-4ACD-BB54-0DB7293C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73" y="4000603"/>
            <a:ext cx="733425" cy="52387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5DA0F6B6-64E3-49A0-A22A-8E458D061CE2}"/>
              </a:ext>
            </a:extLst>
          </p:cNvPr>
          <p:cNvSpPr/>
          <p:nvPr/>
        </p:nvSpPr>
        <p:spPr>
          <a:xfrm rot="13463687">
            <a:off x="6918897" y="4651435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C7103-36B9-4A41-A750-8A5C2050216F}"/>
              </a:ext>
            </a:extLst>
          </p:cNvPr>
          <p:cNvSpPr txBox="1"/>
          <p:nvPr/>
        </p:nvSpPr>
        <p:spPr>
          <a:xfrm>
            <a:off x="8189441" y="5512789"/>
            <a:ext cx="2696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Anbindung</a:t>
            </a:r>
            <a:r>
              <a:rPr lang="en-US" sz="2400" dirty="0"/>
              <a:t> </a:t>
            </a:r>
            <a:r>
              <a:rPr lang="en-US" sz="2400" dirty="0" err="1"/>
              <a:t>weiterer</a:t>
            </a:r>
            <a:r>
              <a:rPr lang="en-US" sz="2400" dirty="0"/>
              <a:t> Software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3940647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5" grpId="0"/>
      <p:bldP spid="16" grpId="0"/>
      <p:bldP spid="17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7A06D-3746-438D-81D5-C7444891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D4C9D-AF6C-4D1E-9CBE-08F3BE89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Visualisierung: Kanban-Board zur einfach Übersicht wie weit Projekt vorangeschritten ist</a:t>
            </a:r>
          </a:p>
          <a:p>
            <a:r>
              <a:rPr lang="de-DE" sz="2400" dirty="0"/>
              <a:t>Limitierung: Maximale Anzahl an Aufträgen pro Spalte -&gt; Effizienz</a:t>
            </a:r>
          </a:p>
          <a:p>
            <a:r>
              <a:rPr lang="de-DE" sz="2400" dirty="0"/>
              <a:t>Management: Blockaden und Engpässe müssen behoben werden, Kapazitäten werden effizient verteilt</a:t>
            </a:r>
          </a:p>
          <a:p>
            <a:r>
              <a:rPr lang="de-DE" sz="2400" dirty="0"/>
              <a:t>Regulierung: Explizite Prozessregeln, werden meist vor Beginn festgelegt</a:t>
            </a:r>
          </a:p>
          <a:p>
            <a:r>
              <a:rPr lang="de-DE" sz="2400" dirty="0"/>
              <a:t>Feedback: Rückmeldungen zur Verbesserung der Arbeitsprozesse durch Kadenzen</a:t>
            </a:r>
          </a:p>
          <a:p>
            <a:r>
              <a:rPr lang="de-DE" sz="2400" dirty="0"/>
              <a:t>Kaizen: Prinzip der dauerhaften Verbesserung, keine Perfektion erreichbar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1649D2-3641-46E2-AE80-4C1F78B4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CE500D6-F213-4250-AD84-2816C2E7FC6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B9A6-F59A-4668-AF30-7E38CFF0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77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08B80-54FE-4D93-ADD2-8FBCA80C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Und Nachteile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827CC680-1CE7-47AA-999B-934351B0D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59413"/>
              </p:ext>
            </p:extLst>
          </p:nvPr>
        </p:nvGraphicFramePr>
        <p:xfrm>
          <a:off x="581025" y="2341563"/>
          <a:ext cx="110299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7391949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642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Vorteile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Nachteile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1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Offenes/Leicht verständliches Prinzip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Bedarf übergreifender Kompetenzen (bei Problemen)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6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Mehr Transparenz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Fehlende Zeitplanung -&gt; Probleme mit Deadlines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2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Gleichmäßiger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Arbeit muss sich in einzelne Schritte aufteilen 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1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Stetige Verbesserung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Übersichtsverlust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zu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großer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Kartenmenge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6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Lässt sich in die meisten Situationen integrieren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Kein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Kundenspezisches</a:t>
                      </a:r>
                      <a:r>
                        <a:rPr lang="en-US" sz="2000" dirty="0"/>
                        <a:t> Feedback </a:t>
                      </a:r>
                      <a:r>
                        <a:rPr lang="en-US" sz="2000" dirty="0" err="1"/>
                        <a:t>vorgesehen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7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Einfache Anwendung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9348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5F1BC-1195-4E37-8922-5C2EF3D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6471A2-2501-4DD3-A65F-08F0E61F5B72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1442-D97C-4373-B605-77134C9B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8209-EBA3-48FA-BBDE-A41547EF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42261"/>
          </a:xfrm>
        </p:spPr>
        <p:txBody>
          <a:bodyPr/>
          <a:lstStyle/>
          <a:p>
            <a:r>
              <a:rPr lang="de-DE" dirty="0"/>
              <a:t>Vor-</a:t>
            </a:r>
            <a:r>
              <a:rPr lang="en-US" dirty="0"/>
              <a:t> Und </a:t>
            </a:r>
            <a:r>
              <a:rPr lang="de-DE" dirty="0"/>
              <a:t>Nachteile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00E3C-82EE-4B15-B460-6724AFA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B30AC7-7212-47AB-A92D-E1CC2E78B1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C3B9E-D005-43F0-B191-C36E6105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BB3192-D2EF-4070-813D-37D72147F114}"/>
              </a:ext>
            </a:extLst>
          </p:cNvPr>
          <p:cNvSpPr/>
          <p:nvPr/>
        </p:nvSpPr>
        <p:spPr>
          <a:xfrm>
            <a:off x="4168761" y="3258027"/>
            <a:ext cx="3854481" cy="63514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Leicht verständliches Prinzip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0D494A-F29A-4D7C-8C08-F7409FFCD793}"/>
              </a:ext>
            </a:extLst>
          </p:cNvPr>
          <p:cNvSpPr/>
          <p:nvPr/>
        </p:nvSpPr>
        <p:spPr>
          <a:xfrm>
            <a:off x="4168761" y="3260395"/>
            <a:ext cx="3854481" cy="6327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Bedarf übergreifender Kompetenzen </a:t>
            </a:r>
            <a:endParaRPr lang="de-D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095459-8BD0-4DCD-82BD-DDDF57DC729D}"/>
              </a:ext>
            </a:extLst>
          </p:cNvPr>
          <p:cNvSpPr/>
          <p:nvPr/>
        </p:nvSpPr>
        <p:spPr>
          <a:xfrm>
            <a:off x="4168761" y="3249949"/>
            <a:ext cx="3854481" cy="64322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Hohe Transparenz</a:t>
            </a:r>
            <a:endParaRPr lang="de-DE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44D1EA8-028C-4021-B608-8F0063D88E68}"/>
              </a:ext>
            </a:extLst>
          </p:cNvPr>
          <p:cNvSpPr/>
          <p:nvPr/>
        </p:nvSpPr>
        <p:spPr>
          <a:xfrm>
            <a:off x="332509" y="5897661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7CD12-8120-4727-B092-FC2DC73FC646}"/>
              </a:ext>
            </a:extLst>
          </p:cNvPr>
          <p:cNvSpPr txBox="1"/>
          <p:nvPr/>
        </p:nvSpPr>
        <p:spPr>
          <a:xfrm>
            <a:off x="2165684" y="6028624"/>
            <a:ext cx="6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PRO</a:t>
            </a:r>
            <a:endParaRPr lang="de-DE" dirty="0">
              <a:latin typeface="+mj-lt"/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0CA7A2AD-B412-40AD-B67B-F21890D241F8}"/>
              </a:ext>
            </a:extLst>
          </p:cNvPr>
          <p:cNvSpPr/>
          <p:nvPr/>
        </p:nvSpPr>
        <p:spPr>
          <a:xfrm>
            <a:off x="7541248" y="5905739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A17F5-EE4E-43DF-8473-3E537B14854D}"/>
              </a:ext>
            </a:extLst>
          </p:cNvPr>
          <p:cNvSpPr txBox="1"/>
          <p:nvPr/>
        </p:nvSpPr>
        <p:spPr>
          <a:xfrm>
            <a:off x="9342367" y="5992998"/>
            <a:ext cx="96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Contra</a:t>
            </a:r>
            <a:endParaRPr lang="de-DE" dirty="0"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B7CC9F-AC7D-4E90-B16B-A3F8DB2E483D}"/>
              </a:ext>
            </a:extLst>
          </p:cNvPr>
          <p:cNvSpPr/>
          <p:nvPr/>
        </p:nvSpPr>
        <p:spPr>
          <a:xfrm>
            <a:off x="4168761" y="3268475"/>
            <a:ext cx="3854481" cy="62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Fehlende Zeitplanung -&gt; Probleme mit Deadlines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0460BD-DF6C-489F-8457-C5D3CC6EECCC}"/>
              </a:ext>
            </a:extLst>
          </p:cNvPr>
          <p:cNvSpPr/>
          <p:nvPr/>
        </p:nvSpPr>
        <p:spPr>
          <a:xfrm>
            <a:off x="4168759" y="3278781"/>
            <a:ext cx="3854481" cy="60631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Gleichmäßiger Workflow</a:t>
            </a:r>
            <a:endParaRPr lang="de-DE" dirty="0">
              <a:effectLst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EFF993-DB6D-4B55-B04C-1AE4E2445E90}"/>
              </a:ext>
            </a:extLst>
          </p:cNvPr>
          <p:cNvSpPr/>
          <p:nvPr/>
        </p:nvSpPr>
        <p:spPr>
          <a:xfrm>
            <a:off x="4168757" y="3268475"/>
            <a:ext cx="3854481" cy="606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Arbeit muss sich in einzelne Schritte aufteilen lassen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A0C375-A682-45F3-8C4D-C9D674CA0A14}"/>
              </a:ext>
            </a:extLst>
          </p:cNvPr>
          <p:cNvSpPr/>
          <p:nvPr/>
        </p:nvSpPr>
        <p:spPr>
          <a:xfrm>
            <a:off x="4168755" y="3249950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Stetige Verbesserung</a:t>
            </a:r>
            <a:endParaRPr lang="de-DE" dirty="0">
              <a:effectLst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FD6762-156C-497E-BFF0-7DBB6721432A}"/>
              </a:ext>
            </a:extLst>
          </p:cNvPr>
          <p:cNvSpPr/>
          <p:nvPr/>
        </p:nvSpPr>
        <p:spPr>
          <a:xfrm>
            <a:off x="416875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Lässt sich in die meisten Situationen integrieren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ED9EF8-42D3-49DF-A6C0-477910688B57}"/>
              </a:ext>
            </a:extLst>
          </p:cNvPr>
          <p:cNvSpPr/>
          <p:nvPr/>
        </p:nvSpPr>
        <p:spPr>
          <a:xfrm>
            <a:off x="416874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Einfache Anwendung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EC135C-38F2-41BD-8AA7-94651F32D675}"/>
              </a:ext>
            </a:extLst>
          </p:cNvPr>
          <p:cNvSpPr/>
          <p:nvPr/>
        </p:nvSpPr>
        <p:spPr>
          <a:xfrm>
            <a:off x="4168759" y="3265906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Übersichtsverlust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Kartenmenge</a:t>
            </a:r>
            <a:endParaRPr lang="de-DE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DFA4E7-36E5-47D0-B651-7E98477C0183}"/>
              </a:ext>
            </a:extLst>
          </p:cNvPr>
          <p:cNvSpPr/>
          <p:nvPr/>
        </p:nvSpPr>
        <p:spPr>
          <a:xfrm>
            <a:off x="4172998" y="3239695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kundenspezifisches</a:t>
            </a:r>
            <a:r>
              <a:rPr lang="en-US" dirty="0"/>
              <a:t> Feedback </a:t>
            </a:r>
            <a:r>
              <a:rPr lang="en-US" dirty="0" err="1"/>
              <a:t>vorgesehen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3005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61 0.29213 L -0.00052 0.00046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93 L 0.29622 0.2932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18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-0.29531 0.1983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9557 0.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29531 0.1037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29596 0.1106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50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453 0.0194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27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7 L 0.29531 0.022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57 -0.0722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79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50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463 L 0.29531 -0.06412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8000"/>
                            </p:stCondLst>
                            <p:childTnLst>
                              <p:par>
                                <p:cTn id="7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96 -0.1613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5" y="-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7" grpId="0" animBg="1"/>
      <p:bldP spid="17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C403A-313A-4993-908F-345D6DCD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CA37BE-A1D0-4378-84CD-ACEFD7601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799"/>
            <a:ext cx="11029615" cy="3084704"/>
          </a:xfrm>
        </p:spPr>
        <p:txBody>
          <a:bodyPr>
            <a:normAutofit fontScale="85000" lnSpcReduction="20000"/>
          </a:bodyPr>
          <a:lstStyle/>
          <a:p>
            <a:r>
              <a:rPr lang="de-DE" dirty="0">
                <a:hlinkClick r:id="rId2"/>
              </a:rPr>
              <a:t>Kanban: Was ist das? (Evolutionäres Change Management) (it-agile.de)</a:t>
            </a:r>
            <a:endParaRPr lang="de-DE" dirty="0"/>
          </a:p>
          <a:p>
            <a:r>
              <a:rPr lang="de-DE" dirty="0">
                <a:hlinkClick r:id="rId3"/>
              </a:rPr>
              <a:t>Kanban: Eine kurze Einführung | Atlassian</a:t>
            </a:r>
            <a:endParaRPr lang="de-DE" dirty="0"/>
          </a:p>
          <a:p>
            <a:r>
              <a:rPr lang="de-DE" dirty="0">
                <a:hlinkClick r:id="rId4"/>
              </a:rPr>
              <a:t>Was ist Kanban? Definition und Prinzipien (kanbanize.com)</a:t>
            </a:r>
            <a:endParaRPr lang="de-DE" dirty="0"/>
          </a:p>
          <a:p>
            <a:r>
              <a:rPr lang="de-DE" dirty="0">
                <a:hlinkClick r:id="rId5"/>
              </a:rPr>
              <a:t>Kanban was ist das? Definition &amp; Erklärung </a:t>
            </a:r>
            <a:r>
              <a:rPr lang="de-DE" dirty="0">
                <a:hlinkClick r:id="rId6"/>
              </a:rPr>
              <a:t>–</a:t>
            </a:r>
            <a:r>
              <a:rPr lang="de-DE" dirty="0">
                <a:hlinkClick r:id="rId5"/>
              </a:rPr>
              <a:t> IONOS</a:t>
            </a:r>
            <a:endParaRPr lang="de-DE" dirty="0"/>
          </a:p>
          <a:p>
            <a:r>
              <a:rPr lang="de-DE" dirty="0">
                <a:hlinkClick r:id="rId6"/>
              </a:rPr>
              <a:t>Jira | Software zur Vorgangs- und Projektverfolgung (atlassian.com)</a:t>
            </a:r>
            <a:endParaRPr lang="de-DE" dirty="0"/>
          </a:p>
          <a:p>
            <a:r>
              <a:rPr lang="de-DE" dirty="0">
                <a:hlinkClick r:id="rId7"/>
              </a:rPr>
              <a:t>Kanban - lepros GmbH</a:t>
            </a:r>
            <a:endParaRPr lang="de-DE" dirty="0"/>
          </a:p>
          <a:p>
            <a:r>
              <a:rPr lang="de-DE" dirty="0">
                <a:hlinkClick r:id="rId8"/>
              </a:rPr>
              <a:t>Kanban Definition – Was steckt dahinter? | REFA</a:t>
            </a:r>
            <a:endParaRPr lang="de-DE" dirty="0"/>
          </a:p>
          <a:p>
            <a:r>
              <a:rPr lang="de-DE" dirty="0">
                <a:hlinkClick r:id="rId9"/>
              </a:rPr>
              <a:t>Kanban-Board in 6 Minuten Erklärt | Kanban Tool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41E96-0060-4147-8186-1E5015C8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521D988-A0A7-45EF-8010-45D7E322D0E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41EE0-CC38-497C-85E7-8C796244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933C-EF5A-4881-B5F9-631A40CDF3B2}"/>
              </a:ext>
            </a:extLst>
          </p:cNvPr>
          <p:cNvSpPr txBox="1"/>
          <p:nvPr/>
        </p:nvSpPr>
        <p:spPr>
          <a:xfrm>
            <a:off x="1482397" y="5097210"/>
            <a:ext cx="92272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latin typeface="Vivaldi" panose="03020602050506090804" pitchFamily="66" charset="0"/>
              </a:rPr>
              <a:t>- </a:t>
            </a:r>
            <a:r>
              <a:rPr lang="en-US" sz="6600" b="1" dirty="0">
                <a:effectLst/>
                <a:latin typeface="Vivaldi" panose="03020602050506090804" pitchFamily="66" charset="0"/>
              </a:rPr>
              <a:t>Stop Starting, start finishing -</a:t>
            </a:r>
            <a:endParaRPr lang="en-US" sz="6600" b="1" dirty="0">
              <a:latin typeface="Vivaldi" panose="0302060205050609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320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649</Words>
  <Application>Microsoft Office PowerPoint</Application>
  <PresentationFormat>Widescreen</PresentationFormat>
  <Paragraphs>109</Paragraphs>
  <Slides>11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Vivaldi</vt:lpstr>
      <vt:lpstr>Office Theme</vt:lpstr>
      <vt:lpstr>Kanban</vt:lpstr>
      <vt:lpstr>PowerPoint Presentation</vt:lpstr>
      <vt:lpstr>Agenda</vt:lpstr>
      <vt:lpstr>Ursprünge</vt:lpstr>
      <vt:lpstr>Funktionsweise</vt:lpstr>
      <vt:lpstr>Funktionsweise</vt:lpstr>
      <vt:lpstr>Funktionsweise</vt:lpstr>
      <vt:lpstr>PRINZIPE</vt:lpstr>
      <vt:lpstr>Vor- Und Nachteile</vt:lpstr>
      <vt:lpstr>Vor- Und Nachteile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</dc:title>
  <dc:creator>Lijon Fogel</dc:creator>
  <cp:lastModifiedBy>Lijon Fogel</cp:lastModifiedBy>
  <cp:revision>35</cp:revision>
  <dcterms:created xsi:type="dcterms:W3CDTF">2021-12-16T07:23:03Z</dcterms:created>
  <dcterms:modified xsi:type="dcterms:W3CDTF">2021-12-22T15:51:36Z</dcterms:modified>
</cp:coreProperties>
</file>