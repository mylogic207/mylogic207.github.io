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2" r:id="rId1"/>
  </p:sldMasterIdLst>
  <p:notesMasterIdLst>
    <p:notesMasterId r:id="rId12"/>
  </p:notesMasterIdLst>
  <p:handoutMasterIdLst>
    <p:handoutMasterId r:id="rId13"/>
  </p:handoutMasterIdLst>
  <p:sldIdLst>
    <p:sldId id="257" r:id="rId2"/>
    <p:sldId id="260" r:id="rId3"/>
    <p:sldId id="261" r:id="rId4"/>
    <p:sldId id="262" r:id="rId5"/>
    <p:sldId id="266" r:id="rId6"/>
    <p:sldId id="267" r:id="rId7"/>
    <p:sldId id="263" r:id="rId8"/>
    <p:sldId id="264" r:id="rId9"/>
    <p:sldId id="265" r:id="rId10"/>
    <p:sldId id="259" r:id="rId11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3840" userDrawn="1">
          <p15:clr>
            <a:srgbClr val="A4A3A4"/>
          </p15:clr>
        </p15:guide>
        <p15:guide id="2" orient="horz" pos="216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69FA7"/>
    <a:srgbClr val="4653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1" autoAdjust="0"/>
    <p:restoredTop sz="94660"/>
  </p:normalViewPr>
  <p:slideViewPr>
    <p:cSldViewPr snapToGrid="0">
      <p:cViewPr>
        <p:scale>
          <a:sx n="83" d="100"/>
          <a:sy n="83" d="100"/>
        </p:scale>
        <p:origin x="37" y="403"/>
      </p:cViewPr>
      <p:guideLst>
        <p:guide pos="3840"/>
        <p:guide orient="horz" pos="216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75" d="100"/>
          <a:sy n="75" d="100"/>
        </p:scale>
        <p:origin x="2940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jon Fogel" userId="a695fa9b24a95d5e" providerId="LiveId" clId="{773BCE50-133A-4921-B696-D846C3C10632}"/>
    <pc:docChg chg="undo redo custSel addSld modSld">
      <pc:chgData name="Lijon Fogel" userId="a695fa9b24a95d5e" providerId="LiveId" clId="{773BCE50-133A-4921-B696-D846C3C10632}" dt="2021-12-22T08:32:22.026" v="1185" actId="20577"/>
      <pc:docMkLst>
        <pc:docMk/>
      </pc:docMkLst>
      <pc:sldChg chg="addSp delSp modSp mod">
        <pc:chgData name="Lijon Fogel" userId="a695fa9b24a95d5e" providerId="LiveId" clId="{773BCE50-133A-4921-B696-D846C3C10632}" dt="2021-12-21T14:04:47.210" v="132" actId="14826"/>
        <pc:sldMkLst>
          <pc:docMk/>
          <pc:sldMk cId="2475805559" sldId="257"/>
        </pc:sldMkLst>
        <pc:picChg chg="add del mod">
          <ac:chgData name="Lijon Fogel" userId="a695fa9b24a95d5e" providerId="LiveId" clId="{773BCE50-133A-4921-B696-D846C3C10632}" dt="2021-12-21T13:58:11.804" v="129" actId="21"/>
          <ac:picMkLst>
            <pc:docMk/>
            <pc:sldMk cId="2475805559" sldId="257"/>
            <ac:picMk id="5" creationId="{AD879989-48D7-4D04-8A16-0353229BDFFC}"/>
          </ac:picMkLst>
        </pc:picChg>
        <pc:picChg chg="mod">
          <ac:chgData name="Lijon Fogel" userId="a695fa9b24a95d5e" providerId="LiveId" clId="{773BCE50-133A-4921-B696-D846C3C10632}" dt="2021-12-21T14:04:47.210" v="132" actId="14826"/>
          <ac:picMkLst>
            <pc:docMk/>
            <pc:sldMk cId="2475805559" sldId="257"/>
            <ac:picMk id="6" creationId="{F1A8C364-94D4-4630-BAD0-78722F347055}"/>
          </ac:picMkLst>
        </pc:picChg>
      </pc:sldChg>
      <pc:sldChg chg="addSp modSp mod modTransition">
        <pc:chgData name="Lijon Fogel" userId="a695fa9b24a95d5e" providerId="LiveId" clId="{773BCE50-133A-4921-B696-D846C3C10632}" dt="2021-12-22T08:20:19.390" v="1004"/>
        <pc:sldMkLst>
          <pc:docMk/>
          <pc:sldMk cId="2753320815" sldId="259"/>
        </pc:sldMkLst>
        <pc:spChg chg="mod">
          <ac:chgData name="Lijon Fogel" userId="a695fa9b24a95d5e" providerId="LiveId" clId="{773BCE50-133A-4921-B696-D846C3C10632}" dt="2021-12-22T08:15:26.628" v="995" actId="27636"/>
          <ac:spMkLst>
            <pc:docMk/>
            <pc:sldMk cId="2753320815" sldId="259"/>
            <ac:spMk id="3" creationId="{34CA37BE-A1D0-4378-84CD-ACEFD760168D}"/>
          </ac:spMkLst>
        </pc:spChg>
        <pc:spChg chg="add mod">
          <ac:chgData name="Lijon Fogel" userId="a695fa9b24a95d5e" providerId="LiveId" clId="{773BCE50-133A-4921-B696-D846C3C10632}" dt="2021-12-22T08:15:34.619" v="996" actId="1076"/>
          <ac:spMkLst>
            <pc:docMk/>
            <pc:sldMk cId="2753320815" sldId="259"/>
            <ac:spMk id="5" creationId="{3E16933C-EF5A-4881-B5F9-631A40CDF3B2}"/>
          </ac:spMkLst>
        </pc:spChg>
      </pc:sldChg>
      <pc:sldChg chg="addSp delSp modSp mod modTransition modAnim">
        <pc:chgData name="Lijon Fogel" userId="a695fa9b24a95d5e" providerId="LiveId" clId="{773BCE50-133A-4921-B696-D846C3C10632}" dt="2021-12-22T08:19:49.635" v="997"/>
        <pc:sldMkLst>
          <pc:docMk/>
          <pc:sldMk cId="563752832" sldId="260"/>
        </pc:sldMkLst>
        <pc:spChg chg="add del">
          <ac:chgData name="Lijon Fogel" userId="a695fa9b24a95d5e" providerId="LiveId" clId="{773BCE50-133A-4921-B696-D846C3C10632}" dt="2021-12-22T07:56:42.591" v="866" actId="12084"/>
          <ac:spMkLst>
            <pc:docMk/>
            <pc:sldMk cId="563752832" sldId="260"/>
            <ac:spMk id="3" creationId="{A0D787F9-9878-4A96-AC63-6D3691349203}"/>
          </ac:spMkLst>
        </pc:spChg>
        <pc:spChg chg="add mod">
          <ac:chgData name="Lijon Fogel" userId="a695fa9b24a95d5e" providerId="LiveId" clId="{773BCE50-133A-4921-B696-D846C3C10632}" dt="2021-12-22T07:58:10.417" v="925" actId="208"/>
          <ac:spMkLst>
            <pc:docMk/>
            <pc:sldMk cId="563752832" sldId="260"/>
            <ac:spMk id="6" creationId="{3F20532B-DEEF-41C6-8EA4-9F1B7A101247}"/>
          </ac:spMkLst>
        </pc:spChg>
        <pc:spChg chg="add mod">
          <ac:chgData name="Lijon Fogel" userId="a695fa9b24a95d5e" providerId="LiveId" clId="{773BCE50-133A-4921-B696-D846C3C10632}" dt="2021-12-22T07:58:14.441" v="927" actId="1076"/>
          <ac:spMkLst>
            <pc:docMk/>
            <pc:sldMk cId="563752832" sldId="260"/>
            <ac:spMk id="7" creationId="{8AE669E1-D1BC-4A26-A537-2D7A80B3161C}"/>
          </ac:spMkLst>
        </pc:spChg>
        <pc:spChg chg="add mod">
          <ac:chgData name="Lijon Fogel" userId="a695fa9b24a95d5e" providerId="LiveId" clId="{773BCE50-133A-4921-B696-D846C3C10632}" dt="2021-12-22T07:58:17.292" v="929" actId="1076"/>
          <ac:spMkLst>
            <pc:docMk/>
            <pc:sldMk cId="563752832" sldId="260"/>
            <ac:spMk id="8" creationId="{AC506D45-DAF1-47EC-80C4-92C518F033EE}"/>
          </ac:spMkLst>
        </pc:spChg>
        <pc:spChg chg="add mod">
          <ac:chgData name="Lijon Fogel" userId="a695fa9b24a95d5e" providerId="LiveId" clId="{773BCE50-133A-4921-B696-D846C3C10632}" dt="2021-12-22T07:58:22.115" v="931" actId="1076"/>
          <ac:spMkLst>
            <pc:docMk/>
            <pc:sldMk cId="563752832" sldId="260"/>
            <ac:spMk id="9" creationId="{4C3D14AE-7B16-4831-9E11-96728CFB0F06}"/>
          </ac:spMkLst>
        </pc:spChg>
        <pc:graphicFrameChg chg="add del mod">
          <ac:chgData name="Lijon Fogel" userId="a695fa9b24a95d5e" providerId="LiveId" clId="{773BCE50-133A-4921-B696-D846C3C10632}" dt="2021-12-22T07:57:30.779" v="922" actId="20577"/>
          <ac:graphicFrameMkLst>
            <pc:docMk/>
            <pc:sldMk cId="563752832" sldId="260"/>
            <ac:graphicFrameMk id="4" creationId="{712F8E1F-CF23-4071-84CC-6F8C4D9DD846}"/>
          </ac:graphicFrameMkLst>
        </pc:graphicFrameChg>
      </pc:sldChg>
      <pc:sldChg chg="addSp delSp modSp mod modTransition modAnim">
        <pc:chgData name="Lijon Fogel" userId="a695fa9b24a95d5e" providerId="LiveId" clId="{773BCE50-133A-4921-B696-D846C3C10632}" dt="2021-12-22T08:19:54.239" v="998"/>
        <pc:sldMkLst>
          <pc:docMk/>
          <pc:sldMk cId="1971452481" sldId="261"/>
        </pc:sldMkLst>
        <pc:spChg chg="mod">
          <ac:chgData name="Lijon Fogel" userId="a695fa9b24a95d5e" providerId="LiveId" clId="{773BCE50-133A-4921-B696-D846C3C10632}" dt="2021-12-21T14:08:23.292" v="193" actId="403"/>
          <ac:spMkLst>
            <pc:docMk/>
            <pc:sldMk cId="1971452481" sldId="261"/>
            <ac:spMk id="3" creationId="{F149C124-B734-432D-9899-4934BAFE2A90}"/>
          </ac:spMkLst>
        </pc:spChg>
        <pc:graphicFrameChg chg="add del modGraphic">
          <ac:chgData name="Lijon Fogel" userId="a695fa9b24a95d5e" providerId="LiveId" clId="{773BCE50-133A-4921-B696-D846C3C10632}" dt="2021-12-21T14:17:52.045" v="195" actId="478"/>
          <ac:graphicFrameMkLst>
            <pc:docMk/>
            <pc:sldMk cId="1971452481" sldId="261"/>
            <ac:graphicFrameMk id="6" creationId="{87FE0CAD-D501-4B9C-A7A9-9D2ADCE3504B}"/>
          </ac:graphicFrameMkLst>
        </pc:graphicFrameChg>
      </pc:sldChg>
      <pc:sldChg chg="addSp modSp mod modTransition modAnim">
        <pc:chgData name="Lijon Fogel" userId="a695fa9b24a95d5e" providerId="LiveId" clId="{773BCE50-133A-4921-B696-D846C3C10632}" dt="2021-12-22T08:21:45.287" v="1005"/>
        <pc:sldMkLst>
          <pc:docMk/>
          <pc:sldMk cId="3536062594" sldId="262"/>
        </pc:sldMkLst>
        <pc:spChg chg="mod ord">
          <ac:chgData name="Lijon Fogel" userId="a695fa9b24a95d5e" providerId="LiveId" clId="{773BCE50-133A-4921-B696-D846C3C10632}" dt="2021-12-22T07:46:47.483" v="829" actId="167"/>
          <ac:spMkLst>
            <pc:docMk/>
            <pc:sldMk cId="3536062594" sldId="262"/>
            <ac:spMk id="3" creationId="{321A40A3-2127-4E8F-B982-24B00023723F}"/>
          </ac:spMkLst>
        </pc:spChg>
        <pc:picChg chg="add mod ord">
          <ac:chgData name="Lijon Fogel" userId="a695fa9b24a95d5e" providerId="LiveId" clId="{773BCE50-133A-4921-B696-D846C3C10632}" dt="2021-12-22T07:46:33.345" v="827" actId="167"/>
          <ac:picMkLst>
            <pc:docMk/>
            <pc:sldMk cId="3536062594" sldId="262"/>
            <ac:picMk id="6" creationId="{19F115AF-9EFA-4A5B-BA87-C6BA4AA3DFC9}"/>
          </ac:picMkLst>
        </pc:picChg>
        <pc:picChg chg="add mod ord">
          <ac:chgData name="Lijon Fogel" userId="a695fa9b24a95d5e" providerId="LiveId" clId="{773BCE50-133A-4921-B696-D846C3C10632}" dt="2021-12-22T07:46:30.253" v="826" actId="167"/>
          <ac:picMkLst>
            <pc:docMk/>
            <pc:sldMk cId="3536062594" sldId="262"/>
            <ac:picMk id="8" creationId="{CD0518CD-2857-4D3A-A282-6D263B72353C}"/>
          </ac:picMkLst>
        </pc:picChg>
      </pc:sldChg>
      <pc:sldChg chg="modSp mod modTransition modAnim">
        <pc:chgData name="Lijon Fogel" userId="a695fa9b24a95d5e" providerId="LiveId" clId="{773BCE50-133A-4921-B696-D846C3C10632}" dt="2021-12-22T08:20:07.457" v="1002"/>
        <pc:sldMkLst>
          <pc:docMk/>
          <pc:sldMk cId="3188077928" sldId="263"/>
        </pc:sldMkLst>
        <pc:spChg chg="mod">
          <ac:chgData name="Lijon Fogel" userId="a695fa9b24a95d5e" providerId="LiveId" clId="{773BCE50-133A-4921-B696-D846C3C10632}" dt="2021-12-21T14:08:14.434" v="192" actId="27636"/>
          <ac:spMkLst>
            <pc:docMk/>
            <pc:sldMk cId="3188077928" sldId="263"/>
            <ac:spMk id="3" creationId="{845D4C9D-AF6C-4D1E-9CBE-08F3BE89FE5A}"/>
          </ac:spMkLst>
        </pc:spChg>
      </pc:sldChg>
      <pc:sldChg chg="modSp mod modShow">
        <pc:chgData name="Lijon Fogel" userId="a695fa9b24a95d5e" providerId="LiveId" clId="{773BCE50-133A-4921-B696-D846C3C10632}" dt="2021-12-22T08:32:22.026" v="1185" actId="20577"/>
        <pc:sldMkLst>
          <pc:docMk/>
          <pc:sldMk cId="1106964739" sldId="264"/>
        </pc:sldMkLst>
        <pc:graphicFrameChg chg="modGraphic">
          <ac:chgData name="Lijon Fogel" userId="a695fa9b24a95d5e" providerId="LiveId" clId="{773BCE50-133A-4921-B696-D846C3C10632}" dt="2021-12-22T08:32:22.026" v="1185" actId="20577"/>
          <ac:graphicFrameMkLst>
            <pc:docMk/>
            <pc:sldMk cId="1106964739" sldId="264"/>
            <ac:graphicFrameMk id="5" creationId="{827CC680-1CE7-47AA-999B-934351B0D3D4}"/>
          </ac:graphicFrameMkLst>
        </pc:graphicFrameChg>
      </pc:sldChg>
      <pc:sldChg chg="addSp delSp modSp mod modTransition modAnim modShow">
        <pc:chgData name="Lijon Fogel" userId="a695fa9b24a95d5e" providerId="LiveId" clId="{773BCE50-133A-4921-B696-D846C3C10632}" dt="2021-12-22T08:32:08.111" v="1137" actId="729"/>
        <pc:sldMkLst>
          <pc:docMk/>
          <pc:sldMk cId="3973005554" sldId="265"/>
        </pc:sldMkLst>
        <pc:spChg chg="mod">
          <ac:chgData name="Lijon Fogel" userId="a695fa9b24a95d5e" providerId="LiveId" clId="{773BCE50-133A-4921-B696-D846C3C10632}" dt="2021-12-21T12:28:54.781" v="50" actId="14100"/>
          <ac:spMkLst>
            <pc:docMk/>
            <pc:sldMk cId="3973005554" sldId="265"/>
            <ac:spMk id="5" creationId="{3BBB3192-D2EF-4070-813D-37D72147F114}"/>
          </ac:spMkLst>
        </pc:spChg>
        <pc:spChg chg="mod">
          <ac:chgData name="Lijon Fogel" userId="a695fa9b24a95d5e" providerId="LiveId" clId="{773BCE50-133A-4921-B696-D846C3C10632}" dt="2021-12-21T12:28:51.168" v="49" actId="14100"/>
          <ac:spMkLst>
            <pc:docMk/>
            <pc:sldMk cId="3973005554" sldId="265"/>
            <ac:spMk id="6" creationId="{030D494A-F29A-4D7C-8C08-F7409FFCD793}"/>
          </ac:spMkLst>
        </pc:spChg>
        <pc:spChg chg="mod">
          <ac:chgData name="Lijon Fogel" userId="a695fa9b24a95d5e" providerId="LiveId" clId="{773BCE50-133A-4921-B696-D846C3C10632}" dt="2021-12-21T12:28:47.584" v="48" actId="14100"/>
          <ac:spMkLst>
            <pc:docMk/>
            <pc:sldMk cId="3973005554" sldId="265"/>
            <ac:spMk id="7" creationId="{B3095459-8BD0-4DCD-82BD-DDDF57DC729D}"/>
          </ac:spMkLst>
        </pc:spChg>
        <pc:spChg chg="mod">
          <ac:chgData name="Lijon Fogel" userId="a695fa9b24a95d5e" providerId="LiveId" clId="{773BCE50-133A-4921-B696-D846C3C10632}" dt="2021-12-21T13:38:22.896" v="125" actId="1076"/>
          <ac:spMkLst>
            <pc:docMk/>
            <pc:sldMk cId="3973005554" sldId="265"/>
            <ac:spMk id="13" creationId="{1E2A17F5-EE4E-43DF-8473-3E537B14854D}"/>
          </ac:spMkLst>
        </pc:spChg>
        <pc:spChg chg="del mod">
          <ac:chgData name="Lijon Fogel" userId="a695fa9b24a95d5e" providerId="LiveId" clId="{773BCE50-133A-4921-B696-D846C3C10632}" dt="2021-12-21T13:35:17.264" v="114" actId="478"/>
          <ac:spMkLst>
            <pc:docMk/>
            <pc:sldMk cId="3973005554" sldId="265"/>
            <ac:spMk id="14" creationId="{228EEC05-5595-442B-9A4B-D613A0381D3B}"/>
          </ac:spMkLst>
        </pc:spChg>
        <pc:spChg chg="del mod">
          <ac:chgData name="Lijon Fogel" userId="a695fa9b24a95d5e" providerId="LiveId" clId="{773BCE50-133A-4921-B696-D846C3C10632}" dt="2021-12-21T13:31:00.909" v="56" actId="478"/>
          <ac:spMkLst>
            <pc:docMk/>
            <pc:sldMk cId="3973005554" sldId="265"/>
            <ac:spMk id="15" creationId="{03CBB8D0-F7B1-4BA7-8844-17B808F33C33}"/>
          </ac:spMkLst>
        </pc:spChg>
        <pc:spChg chg="del mod">
          <ac:chgData name="Lijon Fogel" userId="a695fa9b24a95d5e" providerId="LiveId" clId="{773BCE50-133A-4921-B696-D846C3C10632}" dt="2021-12-21T13:32:31.967" v="68" actId="478"/>
          <ac:spMkLst>
            <pc:docMk/>
            <pc:sldMk cId="3973005554" sldId="265"/>
            <ac:spMk id="16" creationId="{D798859D-377A-4235-A673-59F30CC85D4A}"/>
          </ac:spMkLst>
        </pc:spChg>
        <pc:spChg chg="mod">
          <ac:chgData name="Lijon Fogel" userId="a695fa9b24a95d5e" providerId="LiveId" clId="{773BCE50-133A-4921-B696-D846C3C10632}" dt="2021-12-21T12:28:44.040" v="47" actId="14100"/>
          <ac:spMkLst>
            <pc:docMk/>
            <pc:sldMk cId="3973005554" sldId="265"/>
            <ac:spMk id="17" creationId="{C2B7CC9F-AC7D-4E90-B16B-A3F8DB2E483D}"/>
          </ac:spMkLst>
        </pc:spChg>
        <pc:spChg chg="add del mod">
          <ac:chgData name="Lijon Fogel" userId="a695fa9b24a95d5e" providerId="LiveId" clId="{773BCE50-133A-4921-B696-D846C3C10632}" dt="2021-12-21T13:32:30.581" v="67" actId="478"/>
          <ac:spMkLst>
            <pc:docMk/>
            <pc:sldMk cId="3973005554" sldId="265"/>
            <ac:spMk id="18" creationId="{C8B28852-C5D6-45AE-B5C5-1CB4F73FDFAD}"/>
          </ac:spMkLst>
        </pc:spChg>
        <pc:spChg chg="add mod">
          <ac:chgData name="Lijon Fogel" userId="a695fa9b24a95d5e" providerId="LiveId" clId="{773BCE50-133A-4921-B696-D846C3C10632}" dt="2021-12-21T12:28:40.280" v="46" actId="14100"/>
          <ac:spMkLst>
            <pc:docMk/>
            <pc:sldMk cId="3973005554" sldId="265"/>
            <ac:spMk id="19" creationId="{300460BD-DF6C-489F-8457-C5D3CC6EECCC}"/>
          </ac:spMkLst>
        </pc:spChg>
        <pc:spChg chg="add del mod">
          <ac:chgData name="Lijon Fogel" userId="a695fa9b24a95d5e" providerId="LiveId" clId="{773BCE50-133A-4921-B696-D846C3C10632}" dt="2021-12-21T12:21:24.925" v="10"/>
          <ac:spMkLst>
            <pc:docMk/>
            <pc:sldMk cId="3973005554" sldId="265"/>
            <ac:spMk id="20" creationId="{E86582D1-FB7D-4D6E-BFFD-2B02048C25E6}"/>
          </ac:spMkLst>
        </pc:spChg>
        <pc:spChg chg="add mod">
          <ac:chgData name="Lijon Fogel" userId="a695fa9b24a95d5e" providerId="LiveId" clId="{773BCE50-133A-4921-B696-D846C3C10632}" dt="2021-12-21T12:28:35.801" v="45" actId="14100"/>
          <ac:spMkLst>
            <pc:docMk/>
            <pc:sldMk cId="3973005554" sldId="265"/>
            <ac:spMk id="21" creationId="{43EFF993-DB6D-4B55-B04C-1AE4E2445E90}"/>
          </ac:spMkLst>
        </pc:spChg>
        <pc:spChg chg="add mod">
          <ac:chgData name="Lijon Fogel" userId="a695fa9b24a95d5e" providerId="LiveId" clId="{773BCE50-133A-4921-B696-D846C3C10632}" dt="2021-12-21T12:28:29.949" v="44" actId="14100"/>
          <ac:spMkLst>
            <pc:docMk/>
            <pc:sldMk cId="3973005554" sldId="265"/>
            <ac:spMk id="22" creationId="{2FA0C375-A682-45F3-8C4D-C9D674CA0A14}"/>
          </ac:spMkLst>
        </pc:spChg>
        <pc:spChg chg="add del mod">
          <ac:chgData name="Lijon Fogel" userId="a695fa9b24a95d5e" providerId="LiveId" clId="{773BCE50-133A-4921-B696-D846C3C10632}" dt="2021-12-21T13:35:15.775" v="113" actId="478"/>
          <ac:spMkLst>
            <pc:docMk/>
            <pc:sldMk cId="3973005554" sldId="265"/>
            <ac:spMk id="23" creationId="{CB41C27D-8FAE-4536-AABA-22AC4F40276B}"/>
          </ac:spMkLst>
        </pc:spChg>
        <pc:spChg chg="add del mod">
          <ac:chgData name="Lijon Fogel" userId="a695fa9b24a95d5e" providerId="LiveId" clId="{773BCE50-133A-4921-B696-D846C3C10632}" dt="2021-12-21T13:33:43.972" v="80" actId="478"/>
          <ac:spMkLst>
            <pc:docMk/>
            <pc:sldMk cId="3973005554" sldId="265"/>
            <ac:spMk id="24" creationId="{5E71FEC0-93CE-4F93-BF48-6A9406F6C920}"/>
          </ac:spMkLst>
        </pc:spChg>
        <pc:spChg chg="add del mod">
          <ac:chgData name="Lijon Fogel" userId="a695fa9b24a95d5e" providerId="LiveId" clId="{773BCE50-133A-4921-B696-D846C3C10632}" dt="2021-12-21T13:33:42.437" v="79" actId="478"/>
          <ac:spMkLst>
            <pc:docMk/>
            <pc:sldMk cId="3973005554" sldId="265"/>
            <ac:spMk id="25" creationId="{4740694B-C4D8-4708-9465-6E323E7DFD63}"/>
          </ac:spMkLst>
        </pc:spChg>
        <pc:spChg chg="add mod">
          <ac:chgData name="Lijon Fogel" userId="a695fa9b24a95d5e" providerId="LiveId" clId="{773BCE50-133A-4921-B696-D846C3C10632}" dt="2021-12-21T13:34:13.636" v="85" actId="1076"/>
          <ac:spMkLst>
            <pc:docMk/>
            <pc:sldMk cId="3973005554" sldId="265"/>
            <ac:spMk id="26" creationId="{26FD6762-156C-497E-BFF0-7DBB6721432A}"/>
          </ac:spMkLst>
        </pc:spChg>
        <pc:spChg chg="add mod">
          <ac:chgData name="Lijon Fogel" userId="a695fa9b24a95d5e" providerId="LiveId" clId="{773BCE50-133A-4921-B696-D846C3C10632}" dt="2021-12-21T13:35:05.990" v="111" actId="1076"/>
          <ac:spMkLst>
            <pc:docMk/>
            <pc:sldMk cId="3973005554" sldId="265"/>
            <ac:spMk id="27" creationId="{E3ED9EF8-42D3-49DF-A6C0-477910688B57}"/>
          </ac:spMkLst>
        </pc:spChg>
        <pc:spChg chg="add mod">
          <ac:chgData name="Lijon Fogel" userId="a695fa9b24a95d5e" providerId="LiveId" clId="{773BCE50-133A-4921-B696-D846C3C10632}" dt="2021-12-22T08:02:00.379" v="968"/>
          <ac:spMkLst>
            <pc:docMk/>
            <pc:sldMk cId="3973005554" sldId="265"/>
            <ac:spMk id="28" creationId="{77EC135C-38F2-41BD-8AA7-94651F32D675}"/>
          </ac:spMkLst>
        </pc:spChg>
        <pc:spChg chg="add mod">
          <ac:chgData name="Lijon Fogel" userId="a695fa9b24a95d5e" providerId="LiveId" clId="{773BCE50-133A-4921-B696-D846C3C10632}" dt="2021-12-22T08:02:31.228" v="975" actId="1076"/>
          <ac:spMkLst>
            <pc:docMk/>
            <pc:sldMk cId="3973005554" sldId="265"/>
            <ac:spMk id="29" creationId="{1EDFA4E7-36E5-47D0-B651-7E98477C0183}"/>
          </ac:spMkLst>
        </pc:spChg>
      </pc:sldChg>
      <pc:sldChg chg="addSp delSp modSp new mod modTransition modAnim">
        <pc:chgData name="Lijon Fogel" userId="a695fa9b24a95d5e" providerId="LiveId" clId="{773BCE50-133A-4921-B696-D846C3C10632}" dt="2021-12-22T08:24:14.153" v="1090" actId="20577"/>
        <pc:sldMkLst>
          <pc:docMk/>
          <pc:sldMk cId="2189405280" sldId="266"/>
        </pc:sldMkLst>
        <pc:spChg chg="mod">
          <ac:chgData name="Lijon Fogel" userId="a695fa9b24a95d5e" providerId="LiveId" clId="{773BCE50-133A-4921-B696-D846C3C10632}" dt="2021-12-21T14:27:49.406" v="217" actId="20577"/>
          <ac:spMkLst>
            <pc:docMk/>
            <pc:sldMk cId="2189405280" sldId="266"/>
            <ac:spMk id="2" creationId="{E8183930-5606-4786-9214-4B1505FF6FC9}"/>
          </ac:spMkLst>
        </pc:spChg>
        <pc:spChg chg="mod">
          <ac:chgData name="Lijon Fogel" userId="a695fa9b24a95d5e" providerId="LiveId" clId="{773BCE50-133A-4921-B696-D846C3C10632}" dt="2021-12-22T08:24:14.153" v="1090" actId="20577"/>
          <ac:spMkLst>
            <pc:docMk/>
            <pc:sldMk cId="2189405280" sldId="266"/>
            <ac:spMk id="3" creationId="{1C85586E-32E1-4940-A432-95754482A5FC}"/>
          </ac:spMkLst>
        </pc:spChg>
        <pc:spChg chg="add mod">
          <ac:chgData name="Lijon Fogel" userId="a695fa9b24a95d5e" providerId="LiveId" clId="{773BCE50-133A-4921-B696-D846C3C10632}" dt="2021-12-22T06:51:01.871" v="384" actId="1076"/>
          <ac:spMkLst>
            <pc:docMk/>
            <pc:sldMk cId="2189405280" sldId="266"/>
            <ac:spMk id="9" creationId="{AE489FA9-999E-4B6D-9D18-979434C51379}"/>
          </ac:spMkLst>
        </pc:spChg>
        <pc:spChg chg="add mod">
          <ac:chgData name="Lijon Fogel" userId="a695fa9b24a95d5e" providerId="LiveId" clId="{773BCE50-133A-4921-B696-D846C3C10632}" dt="2021-12-22T06:51:34.377" v="442" actId="20577"/>
          <ac:spMkLst>
            <pc:docMk/>
            <pc:sldMk cId="2189405280" sldId="266"/>
            <ac:spMk id="10" creationId="{FE3218B8-05F2-4A21-9DCF-0FE123261918}"/>
          </ac:spMkLst>
        </pc:spChg>
        <pc:picChg chg="add del mod">
          <ac:chgData name="Lijon Fogel" userId="a695fa9b24a95d5e" providerId="LiveId" clId="{773BCE50-133A-4921-B696-D846C3C10632}" dt="2021-12-22T06:50:27.811" v="379" actId="478"/>
          <ac:picMkLst>
            <pc:docMk/>
            <pc:sldMk cId="2189405280" sldId="266"/>
            <ac:picMk id="6" creationId="{1FBB7D95-99F2-44D8-A3B8-2DE9336D436E}"/>
          </ac:picMkLst>
        </pc:picChg>
        <pc:picChg chg="add mod">
          <ac:chgData name="Lijon Fogel" userId="a695fa9b24a95d5e" providerId="LiveId" clId="{773BCE50-133A-4921-B696-D846C3C10632}" dt="2021-12-22T06:50:42.554" v="381" actId="1076"/>
          <ac:picMkLst>
            <pc:docMk/>
            <pc:sldMk cId="2189405280" sldId="266"/>
            <ac:picMk id="8" creationId="{9006C9D3-FA75-4A10-8C42-628D6958AC71}"/>
          </ac:picMkLst>
        </pc:picChg>
        <pc:picChg chg="add del mod">
          <ac:chgData name="Lijon Fogel" userId="a695fa9b24a95d5e" providerId="LiveId" clId="{773BCE50-133A-4921-B696-D846C3C10632}" dt="2021-12-22T06:55:33.487" v="446" actId="21"/>
          <ac:picMkLst>
            <pc:docMk/>
            <pc:sldMk cId="2189405280" sldId="266"/>
            <ac:picMk id="12" creationId="{27DAF361-3914-4C58-81D6-7765E027F5DB}"/>
          </ac:picMkLst>
        </pc:picChg>
      </pc:sldChg>
      <pc:sldChg chg="addSp delSp modSp new mod modTransition modAnim">
        <pc:chgData name="Lijon Fogel" userId="a695fa9b24a95d5e" providerId="LiveId" clId="{773BCE50-133A-4921-B696-D846C3C10632}" dt="2021-12-22T08:20:04.306" v="1001"/>
        <pc:sldMkLst>
          <pc:docMk/>
          <pc:sldMk cId="1394064762" sldId="267"/>
        </pc:sldMkLst>
        <pc:spChg chg="mod">
          <ac:chgData name="Lijon Fogel" userId="a695fa9b24a95d5e" providerId="LiveId" clId="{773BCE50-133A-4921-B696-D846C3C10632}" dt="2021-12-21T14:29:50.062" v="255" actId="20577"/>
          <ac:spMkLst>
            <pc:docMk/>
            <pc:sldMk cId="1394064762" sldId="267"/>
            <ac:spMk id="2" creationId="{A9BF2416-ED8A-4E96-A8C1-D61D530D0C94}"/>
          </ac:spMkLst>
        </pc:spChg>
        <pc:spChg chg="mod">
          <ac:chgData name="Lijon Fogel" userId="a695fa9b24a95d5e" providerId="LiveId" clId="{773BCE50-133A-4921-B696-D846C3C10632}" dt="2021-12-22T06:57:51.010" v="554" actId="20577"/>
          <ac:spMkLst>
            <pc:docMk/>
            <pc:sldMk cId="1394064762" sldId="267"/>
            <ac:spMk id="3" creationId="{D770E7CD-8E66-45F7-A912-BA6DD1706B20}"/>
          </ac:spMkLst>
        </pc:spChg>
        <pc:spChg chg="add del mod">
          <ac:chgData name="Lijon Fogel" userId="a695fa9b24a95d5e" providerId="LiveId" clId="{773BCE50-133A-4921-B696-D846C3C10632}" dt="2021-12-22T07:00:03.553" v="624" actId="478"/>
          <ac:spMkLst>
            <pc:docMk/>
            <pc:sldMk cId="1394064762" sldId="267"/>
            <ac:spMk id="6" creationId="{C750F6B5-F67F-46D6-BE98-596DEA12988E}"/>
          </ac:spMkLst>
        </pc:spChg>
        <pc:spChg chg="add mod">
          <ac:chgData name="Lijon Fogel" userId="a695fa9b24a95d5e" providerId="LiveId" clId="{773BCE50-133A-4921-B696-D846C3C10632}" dt="2021-12-22T07:14:03.051" v="647" actId="1076"/>
          <ac:spMkLst>
            <pc:docMk/>
            <pc:sldMk cId="1394064762" sldId="267"/>
            <ac:spMk id="7" creationId="{82D8E80E-05C2-44A9-BBA2-5620BFF916E2}"/>
          </ac:spMkLst>
        </pc:spChg>
        <pc:spChg chg="add mod">
          <ac:chgData name="Lijon Fogel" userId="a695fa9b24a95d5e" providerId="LiveId" clId="{773BCE50-133A-4921-B696-D846C3C10632}" dt="2021-12-22T07:13:49.784" v="643" actId="1076"/>
          <ac:spMkLst>
            <pc:docMk/>
            <pc:sldMk cId="1394064762" sldId="267"/>
            <ac:spMk id="10" creationId="{2D5D8A60-008C-4BD4-A93D-61B3262043B3}"/>
          </ac:spMkLst>
        </pc:spChg>
        <pc:spChg chg="add mod">
          <ac:chgData name="Lijon Fogel" userId="a695fa9b24a95d5e" providerId="LiveId" clId="{773BCE50-133A-4921-B696-D846C3C10632}" dt="2021-12-22T07:27:45.745" v="788" actId="962"/>
          <ac:spMkLst>
            <pc:docMk/>
            <pc:sldMk cId="1394064762" sldId="267"/>
            <ac:spMk id="11" creationId="{47BD6981-1798-4F8F-BE6B-9DA2D03896DB}"/>
          </ac:spMkLst>
        </pc:spChg>
        <pc:spChg chg="add mod">
          <ac:chgData name="Lijon Fogel" userId="a695fa9b24a95d5e" providerId="LiveId" clId="{773BCE50-133A-4921-B696-D846C3C10632}" dt="2021-12-22T07:21:09.932" v="716" actId="1076"/>
          <ac:spMkLst>
            <pc:docMk/>
            <pc:sldMk cId="1394064762" sldId="267"/>
            <ac:spMk id="12" creationId="{580B3C89-228C-4D50-9C0D-70B9BC9690B8}"/>
          </ac:spMkLst>
        </pc:spChg>
        <pc:spChg chg="add mod">
          <ac:chgData name="Lijon Fogel" userId="a695fa9b24a95d5e" providerId="LiveId" clId="{773BCE50-133A-4921-B696-D846C3C10632}" dt="2021-12-22T07:21:29.384" v="719" actId="688"/>
          <ac:spMkLst>
            <pc:docMk/>
            <pc:sldMk cId="1394064762" sldId="267"/>
            <ac:spMk id="13" creationId="{474905DF-93CC-44F1-9408-EDE0A7864B03}"/>
          </ac:spMkLst>
        </pc:spChg>
        <pc:spChg chg="add del">
          <ac:chgData name="Lijon Fogel" userId="a695fa9b24a95d5e" providerId="LiveId" clId="{773BCE50-133A-4921-B696-D846C3C10632}" dt="2021-12-22T07:13:42.672" v="640" actId="478"/>
          <ac:spMkLst>
            <pc:docMk/>
            <pc:sldMk cId="1394064762" sldId="267"/>
            <ac:spMk id="14" creationId="{7F1CB2A2-5B69-43CF-AF48-EE7D3BCAFB09}"/>
          </ac:spMkLst>
        </pc:spChg>
        <pc:spChg chg="add mod">
          <ac:chgData name="Lijon Fogel" userId="a695fa9b24a95d5e" providerId="LiveId" clId="{773BCE50-133A-4921-B696-D846C3C10632}" dt="2021-12-22T07:21:51.016" v="732" actId="20577"/>
          <ac:spMkLst>
            <pc:docMk/>
            <pc:sldMk cId="1394064762" sldId="267"/>
            <ac:spMk id="15" creationId="{F4F615E0-8E6F-4344-B173-C33FFCAFC6DA}"/>
          </ac:spMkLst>
        </pc:spChg>
        <pc:spChg chg="add mod">
          <ac:chgData name="Lijon Fogel" userId="a695fa9b24a95d5e" providerId="LiveId" clId="{773BCE50-133A-4921-B696-D846C3C10632}" dt="2021-12-22T07:19:10.774" v="693" actId="14100"/>
          <ac:spMkLst>
            <pc:docMk/>
            <pc:sldMk cId="1394064762" sldId="267"/>
            <ac:spMk id="16" creationId="{B885DA17-2526-42EA-840C-8F226B8E07F4}"/>
          </ac:spMkLst>
        </pc:spChg>
        <pc:spChg chg="add mod">
          <ac:chgData name="Lijon Fogel" userId="a695fa9b24a95d5e" providerId="LiveId" clId="{773BCE50-133A-4921-B696-D846C3C10632}" dt="2021-12-22T07:21:13.069" v="717" actId="1076"/>
          <ac:spMkLst>
            <pc:docMk/>
            <pc:sldMk cId="1394064762" sldId="267"/>
            <ac:spMk id="17" creationId="{F656FE43-FFE7-4A20-83E5-F9E0E0B0366F}"/>
          </ac:spMkLst>
        </pc:spChg>
        <pc:spChg chg="add mod">
          <ac:chgData name="Lijon Fogel" userId="a695fa9b24a95d5e" providerId="LiveId" clId="{773BCE50-133A-4921-B696-D846C3C10632}" dt="2021-12-22T07:23:33.435" v="739" actId="1076"/>
          <ac:spMkLst>
            <pc:docMk/>
            <pc:sldMk cId="1394064762" sldId="267"/>
            <ac:spMk id="20" creationId="{5DA0F6B6-64E3-49A0-A22A-8E458D061CE2}"/>
          </ac:spMkLst>
        </pc:spChg>
        <pc:spChg chg="add mod">
          <ac:chgData name="Lijon Fogel" userId="a695fa9b24a95d5e" providerId="LiveId" clId="{773BCE50-133A-4921-B696-D846C3C10632}" dt="2021-12-22T07:23:54.658" v="769" actId="14100"/>
          <ac:spMkLst>
            <pc:docMk/>
            <pc:sldMk cId="1394064762" sldId="267"/>
            <ac:spMk id="21" creationId="{2AAC7103-36B9-4A41-A750-8A5C2050216F}"/>
          </ac:spMkLst>
        </pc:spChg>
        <pc:picChg chg="add del mod">
          <ac:chgData name="Lijon Fogel" userId="a695fa9b24a95d5e" providerId="LiveId" clId="{773BCE50-133A-4921-B696-D846C3C10632}" dt="2021-12-22T06:59:32.884" v="556" actId="478"/>
          <ac:picMkLst>
            <pc:docMk/>
            <pc:sldMk cId="1394064762" sldId="267"/>
            <ac:picMk id="5" creationId="{4E718449-BA53-40C2-9EE7-92752A87BD18}"/>
          </ac:picMkLst>
        </pc:picChg>
        <pc:picChg chg="add mod ord">
          <ac:chgData name="Lijon Fogel" userId="a695fa9b24a95d5e" providerId="LiveId" clId="{773BCE50-133A-4921-B696-D846C3C10632}" dt="2021-12-22T06:59:48.985" v="622" actId="1035"/>
          <ac:picMkLst>
            <pc:docMk/>
            <pc:sldMk cId="1394064762" sldId="267"/>
            <ac:picMk id="9" creationId="{D7A1FFED-4760-4725-B889-6EE966B3FAE1}"/>
          </ac:picMkLst>
        </pc:picChg>
        <pc:picChg chg="add mod">
          <ac:chgData name="Lijon Fogel" userId="a695fa9b24a95d5e" providerId="LiveId" clId="{773BCE50-133A-4921-B696-D846C3C10632}" dt="2021-12-22T07:22:21.905" v="734" actId="1076"/>
          <ac:picMkLst>
            <pc:docMk/>
            <pc:sldMk cId="1394064762" sldId="267"/>
            <ac:picMk id="19" creationId="{1DE69AE9-36ED-4ACD-BB54-0DB7293C3505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0CFCE86-267A-4EEF-B772-4061629D2670}" type="doc">
      <dgm:prSet loTypeId="urn:microsoft.com/office/officeart/2005/8/layout/chevron2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de-DE"/>
        </a:p>
      </dgm:t>
    </dgm:pt>
    <dgm:pt modelId="{BE87E863-A2A8-45B3-819C-4B1A7F82F514}">
      <dgm:prSet/>
      <dgm:spPr/>
      <dgm:t>
        <a:bodyPr/>
        <a:lstStyle/>
        <a:p>
          <a:endParaRPr lang="de-DE" dirty="0"/>
        </a:p>
      </dgm:t>
    </dgm:pt>
    <dgm:pt modelId="{5FF1688B-D5C6-44CB-BBB2-0BEC7DEEFC19}" type="parTrans" cxnId="{9A2C074F-A262-4858-A0D0-3AA22CA0772E}">
      <dgm:prSet/>
      <dgm:spPr/>
      <dgm:t>
        <a:bodyPr/>
        <a:lstStyle/>
        <a:p>
          <a:endParaRPr lang="de-DE"/>
        </a:p>
      </dgm:t>
    </dgm:pt>
    <dgm:pt modelId="{40DB8B9A-5FAD-4638-A914-BA97C923D704}" type="sibTrans" cxnId="{9A2C074F-A262-4858-A0D0-3AA22CA0772E}">
      <dgm:prSet/>
      <dgm:spPr/>
      <dgm:t>
        <a:bodyPr/>
        <a:lstStyle/>
        <a:p>
          <a:endParaRPr lang="de-DE"/>
        </a:p>
      </dgm:t>
    </dgm:pt>
    <dgm:pt modelId="{764651F8-F470-4B05-AB61-5006E38F852D}">
      <dgm:prSet/>
      <dgm:spPr/>
      <dgm:t>
        <a:bodyPr/>
        <a:lstStyle/>
        <a:p>
          <a:r>
            <a:rPr lang="de-DE" dirty="0"/>
            <a:t>Funktionsweise mit Beispiel</a:t>
          </a:r>
        </a:p>
      </dgm:t>
    </dgm:pt>
    <dgm:pt modelId="{0EF94665-B33B-4E99-9995-EB71E6DF0DF5}" type="parTrans" cxnId="{524C1A62-7963-4617-B5F2-28DB332F82DE}">
      <dgm:prSet/>
      <dgm:spPr/>
      <dgm:t>
        <a:bodyPr/>
        <a:lstStyle/>
        <a:p>
          <a:endParaRPr lang="de-DE"/>
        </a:p>
      </dgm:t>
    </dgm:pt>
    <dgm:pt modelId="{16479AEE-C49D-42C4-8F0F-5E8ADE9F4A2C}" type="sibTrans" cxnId="{524C1A62-7963-4617-B5F2-28DB332F82DE}">
      <dgm:prSet/>
      <dgm:spPr/>
      <dgm:t>
        <a:bodyPr/>
        <a:lstStyle/>
        <a:p>
          <a:endParaRPr lang="de-DE"/>
        </a:p>
      </dgm:t>
    </dgm:pt>
    <dgm:pt modelId="{9B513F53-E9DB-4241-B41A-1DADE1202503}">
      <dgm:prSet/>
      <dgm:spPr/>
      <dgm:t>
        <a:bodyPr/>
        <a:lstStyle/>
        <a:p>
          <a:r>
            <a:rPr lang="de-DE" dirty="0"/>
            <a:t>Vor- und Nachteile</a:t>
          </a:r>
        </a:p>
      </dgm:t>
    </dgm:pt>
    <dgm:pt modelId="{E9B7B643-5942-4E35-ABA0-F325BF89DB4C}" type="parTrans" cxnId="{8D1326B3-9670-446C-AA65-7520004F974C}">
      <dgm:prSet/>
      <dgm:spPr/>
      <dgm:t>
        <a:bodyPr/>
        <a:lstStyle/>
        <a:p>
          <a:endParaRPr lang="de-DE"/>
        </a:p>
      </dgm:t>
    </dgm:pt>
    <dgm:pt modelId="{068D7E4B-FB57-4E01-AAD2-BB2CE979BFFB}" type="sibTrans" cxnId="{8D1326B3-9670-446C-AA65-7520004F974C}">
      <dgm:prSet/>
      <dgm:spPr/>
      <dgm:t>
        <a:bodyPr/>
        <a:lstStyle/>
        <a:p>
          <a:endParaRPr lang="de-DE"/>
        </a:p>
      </dgm:t>
    </dgm:pt>
    <dgm:pt modelId="{25376450-B3D5-46F6-B38A-3CDD791134EC}">
      <dgm:prSet/>
      <dgm:spPr/>
      <dgm:t>
        <a:bodyPr/>
        <a:lstStyle/>
        <a:p>
          <a:r>
            <a:rPr lang="de-DE" dirty="0"/>
            <a:t>Quellen</a:t>
          </a:r>
        </a:p>
      </dgm:t>
    </dgm:pt>
    <dgm:pt modelId="{9A02DD51-A7BA-4965-946B-08A4936FB58D}" type="parTrans" cxnId="{9CC37F51-7E9F-453A-94EE-28EEC2DD7BE3}">
      <dgm:prSet/>
      <dgm:spPr/>
      <dgm:t>
        <a:bodyPr/>
        <a:lstStyle/>
        <a:p>
          <a:endParaRPr lang="de-DE"/>
        </a:p>
      </dgm:t>
    </dgm:pt>
    <dgm:pt modelId="{A714D172-6801-49DA-9F4D-D46E8EDC6E9B}" type="sibTrans" cxnId="{9CC37F51-7E9F-453A-94EE-28EEC2DD7BE3}">
      <dgm:prSet/>
      <dgm:spPr/>
      <dgm:t>
        <a:bodyPr/>
        <a:lstStyle/>
        <a:p>
          <a:endParaRPr lang="de-DE"/>
        </a:p>
      </dgm:t>
    </dgm:pt>
    <dgm:pt modelId="{A600AE15-E7E2-4F67-9955-6DB1FDA5F9C9}">
      <dgm:prSet/>
      <dgm:spPr/>
      <dgm:t>
        <a:bodyPr/>
        <a:lstStyle/>
        <a:p>
          <a:endParaRPr lang="de-DE"/>
        </a:p>
      </dgm:t>
    </dgm:pt>
    <dgm:pt modelId="{AD087A5C-3A61-4021-8990-0E4EF6030D19}" type="parTrans" cxnId="{5BD83B20-3B47-49C6-9078-5D007AE387F0}">
      <dgm:prSet/>
      <dgm:spPr/>
      <dgm:t>
        <a:bodyPr/>
        <a:lstStyle/>
        <a:p>
          <a:endParaRPr lang="de-DE"/>
        </a:p>
      </dgm:t>
    </dgm:pt>
    <dgm:pt modelId="{D0394F98-42A5-4C3A-8F41-509379CD8C92}" type="sibTrans" cxnId="{5BD83B20-3B47-49C6-9078-5D007AE387F0}">
      <dgm:prSet/>
      <dgm:spPr/>
      <dgm:t>
        <a:bodyPr/>
        <a:lstStyle/>
        <a:p>
          <a:endParaRPr lang="de-DE"/>
        </a:p>
      </dgm:t>
    </dgm:pt>
    <dgm:pt modelId="{A4C48388-F085-4446-A570-8AFFEAC1D7D3}">
      <dgm:prSet/>
      <dgm:spPr/>
      <dgm:t>
        <a:bodyPr/>
        <a:lstStyle/>
        <a:p>
          <a:endParaRPr lang="de-DE" dirty="0"/>
        </a:p>
      </dgm:t>
    </dgm:pt>
    <dgm:pt modelId="{7BF7996B-1507-424E-B7CC-B2E5D32A04FF}" type="parTrans" cxnId="{03E0A60D-7BE4-4BA3-97B3-A493D6CC05A8}">
      <dgm:prSet/>
      <dgm:spPr/>
      <dgm:t>
        <a:bodyPr/>
        <a:lstStyle/>
        <a:p>
          <a:endParaRPr lang="de-DE"/>
        </a:p>
      </dgm:t>
    </dgm:pt>
    <dgm:pt modelId="{2C6DE0CD-A772-4963-AA6F-095E73881566}" type="sibTrans" cxnId="{03E0A60D-7BE4-4BA3-97B3-A493D6CC05A8}">
      <dgm:prSet/>
      <dgm:spPr/>
      <dgm:t>
        <a:bodyPr/>
        <a:lstStyle/>
        <a:p>
          <a:endParaRPr lang="de-DE"/>
        </a:p>
      </dgm:t>
    </dgm:pt>
    <dgm:pt modelId="{760D6B01-8CE9-4D6D-9262-E7D225381FEF}">
      <dgm:prSet/>
      <dgm:spPr/>
      <dgm:t>
        <a:bodyPr/>
        <a:lstStyle/>
        <a:p>
          <a:endParaRPr lang="de-DE" dirty="0"/>
        </a:p>
      </dgm:t>
    </dgm:pt>
    <dgm:pt modelId="{0F001EF2-DCC9-49E2-8844-3D51CB096FD5}" type="parTrans" cxnId="{2E3B7738-995C-4AD9-99DC-1169EA96F282}">
      <dgm:prSet/>
      <dgm:spPr/>
      <dgm:t>
        <a:bodyPr/>
        <a:lstStyle/>
        <a:p>
          <a:endParaRPr lang="de-DE"/>
        </a:p>
      </dgm:t>
    </dgm:pt>
    <dgm:pt modelId="{0526474D-7391-454F-B6F4-3F83C1F6B75F}" type="sibTrans" cxnId="{2E3B7738-995C-4AD9-99DC-1169EA96F282}">
      <dgm:prSet/>
      <dgm:spPr/>
      <dgm:t>
        <a:bodyPr/>
        <a:lstStyle/>
        <a:p>
          <a:endParaRPr lang="de-DE"/>
        </a:p>
      </dgm:t>
    </dgm:pt>
    <dgm:pt modelId="{20E9231F-6A6E-429B-B954-38DAAFC3EA3A}">
      <dgm:prSet/>
      <dgm:spPr/>
      <dgm:t>
        <a:bodyPr/>
        <a:lstStyle/>
        <a:p>
          <a:r>
            <a:rPr lang="en-US"/>
            <a:t>Ursprünge</a:t>
          </a:r>
          <a:endParaRPr lang="de-DE" dirty="0"/>
        </a:p>
      </dgm:t>
    </dgm:pt>
    <dgm:pt modelId="{1F7D5A30-D4BA-4905-9964-9996E6DF2F45}" type="sibTrans" cxnId="{BDEEFE6B-096C-444F-81C7-2C4091A97F2E}">
      <dgm:prSet/>
      <dgm:spPr/>
      <dgm:t>
        <a:bodyPr/>
        <a:lstStyle/>
        <a:p>
          <a:endParaRPr lang="de-DE"/>
        </a:p>
      </dgm:t>
    </dgm:pt>
    <dgm:pt modelId="{07228C52-22FC-40E9-A777-089CCD3D0069}" type="parTrans" cxnId="{BDEEFE6B-096C-444F-81C7-2C4091A97F2E}">
      <dgm:prSet/>
      <dgm:spPr/>
      <dgm:t>
        <a:bodyPr/>
        <a:lstStyle/>
        <a:p>
          <a:endParaRPr lang="de-DE"/>
        </a:p>
      </dgm:t>
    </dgm:pt>
    <dgm:pt modelId="{97A9DDC3-1CC3-4B34-94BD-ECBE7C4213C0}" type="pres">
      <dgm:prSet presAssocID="{D0CFCE86-267A-4EEF-B772-4061629D2670}" presName="linearFlow" presStyleCnt="0">
        <dgm:presLayoutVars>
          <dgm:dir/>
          <dgm:animLvl val="lvl"/>
          <dgm:resizeHandles val="exact"/>
        </dgm:presLayoutVars>
      </dgm:prSet>
      <dgm:spPr/>
    </dgm:pt>
    <dgm:pt modelId="{DB0474C1-5976-44BB-BA3B-B39494EFDAE3}" type="pres">
      <dgm:prSet presAssocID="{BE87E863-A2A8-45B3-819C-4B1A7F82F514}" presName="composite" presStyleCnt="0"/>
      <dgm:spPr/>
    </dgm:pt>
    <dgm:pt modelId="{F57BD5CE-065D-41C5-8A3E-2B6CC424F084}" type="pres">
      <dgm:prSet presAssocID="{BE87E863-A2A8-45B3-819C-4B1A7F82F514}" presName="parentText" presStyleLbl="alignNode1" presStyleIdx="0" presStyleCnt="4">
        <dgm:presLayoutVars>
          <dgm:chMax val="1"/>
          <dgm:bulletEnabled val="1"/>
        </dgm:presLayoutVars>
      </dgm:prSet>
      <dgm:spPr/>
    </dgm:pt>
    <dgm:pt modelId="{80EFB892-5DC9-412A-8024-5FCC730724E2}" type="pres">
      <dgm:prSet presAssocID="{BE87E863-A2A8-45B3-819C-4B1A7F82F514}" presName="descendantText" presStyleLbl="alignAcc1" presStyleIdx="0" presStyleCnt="4">
        <dgm:presLayoutVars>
          <dgm:bulletEnabled val="1"/>
        </dgm:presLayoutVars>
      </dgm:prSet>
      <dgm:spPr/>
    </dgm:pt>
    <dgm:pt modelId="{8973009F-75E5-49AF-9DA7-A81FAB6214D1}" type="pres">
      <dgm:prSet presAssocID="{40DB8B9A-5FAD-4638-A914-BA97C923D704}" presName="sp" presStyleCnt="0"/>
      <dgm:spPr/>
    </dgm:pt>
    <dgm:pt modelId="{C54F9D75-2332-4F6C-A269-30FF1562D8D8}" type="pres">
      <dgm:prSet presAssocID="{A600AE15-E7E2-4F67-9955-6DB1FDA5F9C9}" presName="composite" presStyleCnt="0"/>
      <dgm:spPr/>
    </dgm:pt>
    <dgm:pt modelId="{6E1DBE4A-DDAC-4C3E-8669-D66E787FB50B}" type="pres">
      <dgm:prSet presAssocID="{A600AE15-E7E2-4F67-9955-6DB1FDA5F9C9}" presName="parentText" presStyleLbl="alignNode1" presStyleIdx="1" presStyleCnt="4">
        <dgm:presLayoutVars>
          <dgm:chMax val="1"/>
          <dgm:bulletEnabled val="1"/>
        </dgm:presLayoutVars>
      </dgm:prSet>
      <dgm:spPr/>
    </dgm:pt>
    <dgm:pt modelId="{74FCF22E-C255-4E39-8701-2643373BF137}" type="pres">
      <dgm:prSet presAssocID="{A600AE15-E7E2-4F67-9955-6DB1FDA5F9C9}" presName="descendantText" presStyleLbl="alignAcc1" presStyleIdx="1" presStyleCnt="4">
        <dgm:presLayoutVars>
          <dgm:bulletEnabled val="1"/>
        </dgm:presLayoutVars>
      </dgm:prSet>
      <dgm:spPr/>
    </dgm:pt>
    <dgm:pt modelId="{53EC3E84-E9AE-49BE-8D6A-38340E173F4F}" type="pres">
      <dgm:prSet presAssocID="{D0394F98-42A5-4C3A-8F41-509379CD8C92}" presName="sp" presStyleCnt="0"/>
      <dgm:spPr/>
    </dgm:pt>
    <dgm:pt modelId="{6478EAE3-746F-4F58-8D5D-44BB6BD92F53}" type="pres">
      <dgm:prSet presAssocID="{A4C48388-F085-4446-A570-8AFFEAC1D7D3}" presName="composite" presStyleCnt="0"/>
      <dgm:spPr/>
    </dgm:pt>
    <dgm:pt modelId="{EAA48D7E-A5E6-4B75-8B94-A4C6AF7089AF}" type="pres">
      <dgm:prSet presAssocID="{A4C48388-F085-4446-A570-8AFFEAC1D7D3}" presName="parentText" presStyleLbl="alignNode1" presStyleIdx="2" presStyleCnt="4">
        <dgm:presLayoutVars>
          <dgm:chMax val="1"/>
          <dgm:bulletEnabled val="1"/>
        </dgm:presLayoutVars>
      </dgm:prSet>
      <dgm:spPr/>
    </dgm:pt>
    <dgm:pt modelId="{A04A16E0-49FE-44E1-A4D5-4C283BC2E7E9}" type="pres">
      <dgm:prSet presAssocID="{A4C48388-F085-4446-A570-8AFFEAC1D7D3}" presName="descendantText" presStyleLbl="alignAcc1" presStyleIdx="2" presStyleCnt="4">
        <dgm:presLayoutVars>
          <dgm:bulletEnabled val="1"/>
        </dgm:presLayoutVars>
      </dgm:prSet>
      <dgm:spPr/>
    </dgm:pt>
    <dgm:pt modelId="{55BCDA41-727E-471C-A6EE-DD5E03FFE421}" type="pres">
      <dgm:prSet presAssocID="{2C6DE0CD-A772-4963-AA6F-095E73881566}" presName="sp" presStyleCnt="0"/>
      <dgm:spPr/>
    </dgm:pt>
    <dgm:pt modelId="{19DC3922-FCA0-4CC9-9580-E475A0C28FBD}" type="pres">
      <dgm:prSet presAssocID="{760D6B01-8CE9-4D6D-9262-E7D225381FEF}" presName="composite" presStyleCnt="0"/>
      <dgm:spPr/>
    </dgm:pt>
    <dgm:pt modelId="{0AC27843-A1C6-4E22-8729-89FB36A02CED}" type="pres">
      <dgm:prSet presAssocID="{760D6B01-8CE9-4D6D-9262-E7D225381FEF}" presName="parentText" presStyleLbl="alignNode1" presStyleIdx="3" presStyleCnt="4">
        <dgm:presLayoutVars>
          <dgm:chMax val="1"/>
          <dgm:bulletEnabled val="1"/>
        </dgm:presLayoutVars>
      </dgm:prSet>
      <dgm:spPr/>
    </dgm:pt>
    <dgm:pt modelId="{7D261085-5C77-417B-83B1-0174F5544A23}" type="pres">
      <dgm:prSet presAssocID="{760D6B01-8CE9-4D6D-9262-E7D225381FEF}" presName="descendantText" presStyleLbl="alignAcc1" presStyleIdx="3" presStyleCnt="4">
        <dgm:presLayoutVars>
          <dgm:bulletEnabled val="1"/>
        </dgm:presLayoutVars>
      </dgm:prSet>
      <dgm:spPr/>
    </dgm:pt>
  </dgm:ptLst>
  <dgm:cxnLst>
    <dgm:cxn modelId="{03E0A60D-7BE4-4BA3-97B3-A493D6CC05A8}" srcId="{D0CFCE86-267A-4EEF-B772-4061629D2670}" destId="{A4C48388-F085-4446-A570-8AFFEAC1D7D3}" srcOrd="2" destOrd="0" parTransId="{7BF7996B-1507-424E-B7CC-B2E5D32A04FF}" sibTransId="{2C6DE0CD-A772-4963-AA6F-095E73881566}"/>
    <dgm:cxn modelId="{BBB6F611-E695-4692-AC7E-3DE7D74E2332}" type="presOf" srcId="{BE87E863-A2A8-45B3-819C-4B1A7F82F514}" destId="{F57BD5CE-065D-41C5-8A3E-2B6CC424F084}" srcOrd="0" destOrd="0" presId="urn:microsoft.com/office/officeart/2005/8/layout/chevron2"/>
    <dgm:cxn modelId="{5BD83B20-3B47-49C6-9078-5D007AE387F0}" srcId="{D0CFCE86-267A-4EEF-B772-4061629D2670}" destId="{A600AE15-E7E2-4F67-9955-6DB1FDA5F9C9}" srcOrd="1" destOrd="0" parTransId="{AD087A5C-3A61-4021-8990-0E4EF6030D19}" sibTransId="{D0394F98-42A5-4C3A-8F41-509379CD8C92}"/>
    <dgm:cxn modelId="{2D7C1031-A2CC-4020-9CC1-6761A13664BA}" type="presOf" srcId="{20E9231F-6A6E-429B-B954-38DAAFC3EA3A}" destId="{80EFB892-5DC9-412A-8024-5FCC730724E2}" srcOrd="0" destOrd="0" presId="urn:microsoft.com/office/officeart/2005/8/layout/chevron2"/>
    <dgm:cxn modelId="{2E3B7738-995C-4AD9-99DC-1169EA96F282}" srcId="{D0CFCE86-267A-4EEF-B772-4061629D2670}" destId="{760D6B01-8CE9-4D6D-9262-E7D225381FEF}" srcOrd="3" destOrd="0" parTransId="{0F001EF2-DCC9-49E2-8844-3D51CB096FD5}" sibTransId="{0526474D-7391-454F-B6F4-3F83C1F6B75F}"/>
    <dgm:cxn modelId="{524C1A62-7963-4617-B5F2-28DB332F82DE}" srcId="{A600AE15-E7E2-4F67-9955-6DB1FDA5F9C9}" destId="{764651F8-F470-4B05-AB61-5006E38F852D}" srcOrd="0" destOrd="0" parTransId="{0EF94665-B33B-4E99-9995-EB71E6DF0DF5}" sibTransId="{16479AEE-C49D-42C4-8F0F-5E8ADE9F4A2C}"/>
    <dgm:cxn modelId="{2F014768-8E0D-4C5E-98DC-161C7ABCEF53}" type="presOf" srcId="{760D6B01-8CE9-4D6D-9262-E7D225381FEF}" destId="{0AC27843-A1C6-4E22-8729-89FB36A02CED}" srcOrd="0" destOrd="0" presId="urn:microsoft.com/office/officeart/2005/8/layout/chevron2"/>
    <dgm:cxn modelId="{BDEEFE6B-096C-444F-81C7-2C4091A97F2E}" srcId="{BE87E863-A2A8-45B3-819C-4B1A7F82F514}" destId="{20E9231F-6A6E-429B-B954-38DAAFC3EA3A}" srcOrd="0" destOrd="0" parTransId="{07228C52-22FC-40E9-A777-089CCD3D0069}" sibTransId="{1F7D5A30-D4BA-4905-9964-9996E6DF2F45}"/>
    <dgm:cxn modelId="{D1D0594C-C63F-48C0-BDDD-88E99FE80C90}" type="presOf" srcId="{9B513F53-E9DB-4241-B41A-1DADE1202503}" destId="{A04A16E0-49FE-44E1-A4D5-4C283BC2E7E9}" srcOrd="0" destOrd="0" presId="urn:microsoft.com/office/officeart/2005/8/layout/chevron2"/>
    <dgm:cxn modelId="{9A2C074F-A262-4858-A0D0-3AA22CA0772E}" srcId="{D0CFCE86-267A-4EEF-B772-4061629D2670}" destId="{BE87E863-A2A8-45B3-819C-4B1A7F82F514}" srcOrd="0" destOrd="0" parTransId="{5FF1688B-D5C6-44CB-BBB2-0BEC7DEEFC19}" sibTransId="{40DB8B9A-5FAD-4638-A914-BA97C923D704}"/>
    <dgm:cxn modelId="{9CC37F51-7E9F-453A-94EE-28EEC2DD7BE3}" srcId="{760D6B01-8CE9-4D6D-9262-E7D225381FEF}" destId="{25376450-B3D5-46F6-B38A-3CDD791134EC}" srcOrd="0" destOrd="0" parTransId="{9A02DD51-A7BA-4965-946B-08A4936FB58D}" sibTransId="{A714D172-6801-49DA-9F4D-D46E8EDC6E9B}"/>
    <dgm:cxn modelId="{7AB0057C-BB4E-475E-BCF8-D375CA13BCFC}" type="presOf" srcId="{25376450-B3D5-46F6-B38A-3CDD791134EC}" destId="{7D261085-5C77-417B-83B1-0174F5544A23}" srcOrd="0" destOrd="0" presId="urn:microsoft.com/office/officeart/2005/8/layout/chevron2"/>
    <dgm:cxn modelId="{E2D11F9B-4BC4-4B48-955E-B197920F72D2}" type="presOf" srcId="{A4C48388-F085-4446-A570-8AFFEAC1D7D3}" destId="{EAA48D7E-A5E6-4B75-8B94-A4C6AF7089AF}" srcOrd="0" destOrd="0" presId="urn:microsoft.com/office/officeart/2005/8/layout/chevron2"/>
    <dgm:cxn modelId="{8D1326B3-9670-446C-AA65-7520004F974C}" srcId="{A4C48388-F085-4446-A570-8AFFEAC1D7D3}" destId="{9B513F53-E9DB-4241-B41A-1DADE1202503}" srcOrd="0" destOrd="0" parTransId="{E9B7B643-5942-4E35-ABA0-F325BF89DB4C}" sibTransId="{068D7E4B-FB57-4E01-AAD2-BB2CE979BFFB}"/>
    <dgm:cxn modelId="{8A9DABC6-DA94-4D91-A0A1-79FB37475576}" type="presOf" srcId="{D0CFCE86-267A-4EEF-B772-4061629D2670}" destId="{97A9DDC3-1CC3-4B34-94BD-ECBE7C4213C0}" srcOrd="0" destOrd="0" presId="urn:microsoft.com/office/officeart/2005/8/layout/chevron2"/>
    <dgm:cxn modelId="{223F28D7-9BF9-4B33-B7F5-2DA4658DB07F}" type="presOf" srcId="{764651F8-F470-4B05-AB61-5006E38F852D}" destId="{74FCF22E-C255-4E39-8701-2643373BF137}" srcOrd="0" destOrd="0" presId="urn:microsoft.com/office/officeart/2005/8/layout/chevron2"/>
    <dgm:cxn modelId="{C52AF2F0-6DFE-466F-B154-FA114A6F7271}" type="presOf" srcId="{A600AE15-E7E2-4F67-9955-6DB1FDA5F9C9}" destId="{6E1DBE4A-DDAC-4C3E-8669-D66E787FB50B}" srcOrd="0" destOrd="0" presId="urn:microsoft.com/office/officeart/2005/8/layout/chevron2"/>
    <dgm:cxn modelId="{D1374DA9-06AE-4406-AA9A-3DD57BCB5B44}" type="presParOf" srcId="{97A9DDC3-1CC3-4B34-94BD-ECBE7C4213C0}" destId="{DB0474C1-5976-44BB-BA3B-B39494EFDAE3}" srcOrd="0" destOrd="0" presId="urn:microsoft.com/office/officeart/2005/8/layout/chevron2"/>
    <dgm:cxn modelId="{226CA0BE-C78A-499B-82AB-8C781FB975A5}" type="presParOf" srcId="{DB0474C1-5976-44BB-BA3B-B39494EFDAE3}" destId="{F57BD5CE-065D-41C5-8A3E-2B6CC424F084}" srcOrd="0" destOrd="0" presId="urn:microsoft.com/office/officeart/2005/8/layout/chevron2"/>
    <dgm:cxn modelId="{096CD812-F400-48D8-8584-819C4293ACE7}" type="presParOf" srcId="{DB0474C1-5976-44BB-BA3B-B39494EFDAE3}" destId="{80EFB892-5DC9-412A-8024-5FCC730724E2}" srcOrd="1" destOrd="0" presId="urn:microsoft.com/office/officeart/2005/8/layout/chevron2"/>
    <dgm:cxn modelId="{C3AB396A-45BC-493D-8F7B-CE6F4F6F7A44}" type="presParOf" srcId="{97A9DDC3-1CC3-4B34-94BD-ECBE7C4213C0}" destId="{8973009F-75E5-49AF-9DA7-A81FAB6214D1}" srcOrd="1" destOrd="0" presId="urn:microsoft.com/office/officeart/2005/8/layout/chevron2"/>
    <dgm:cxn modelId="{72CC6966-3A0D-4409-B87A-E02D1833C815}" type="presParOf" srcId="{97A9DDC3-1CC3-4B34-94BD-ECBE7C4213C0}" destId="{C54F9D75-2332-4F6C-A269-30FF1562D8D8}" srcOrd="2" destOrd="0" presId="urn:microsoft.com/office/officeart/2005/8/layout/chevron2"/>
    <dgm:cxn modelId="{96CF8851-C356-457D-BBAA-B338B21C1BA5}" type="presParOf" srcId="{C54F9D75-2332-4F6C-A269-30FF1562D8D8}" destId="{6E1DBE4A-DDAC-4C3E-8669-D66E787FB50B}" srcOrd="0" destOrd="0" presId="urn:microsoft.com/office/officeart/2005/8/layout/chevron2"/>
    <dgm:cxn modelId="{A82211CF-BBE6-41DA-B3F8-C6B6FC2DE5E8}" type="presParOf" srcId="{C54F9D75-2332-4F6C-A269-30FF1562D8D8}" destId="{74FCF22E-C255-4E39-8701-2643373BF137}" srcOrd="1" destOrd="0" presId="urn:microsoft.com/office/officeart/2005/8/layout/chevron2"/>
    <dgm:cxn modelId="{922E144A-AE28-4710-B46D-B91D00806A0E}" type="presParOf" srcId="{97A9DDC3-1CC3-4B34-94BD-ECBE7C4213C0}" destId="{53EC3E84-E9AE-49BE-8D6A-38340E173F4F}" srcOrd="3" destOrd="0" presId="urn:microsoft.com/office/officeart/2005/8/layout/chevron2"/>
    <dgm:cxn modelId="{B2D80FC4-5059-4954-A701-FD765A977E3A}" type="presParOf" srcId="{97A9DDC3-1CC3-4B34-94BD-ECBE7C4213C0}" destId="{6478EAE3-746F-4F58-8D5D-44BB6BD92F53}" srcOrd="4" destOrd="0" presId="urn:microsoft.com/office/officeart/2005/8/layout/chevron2"/>
    <dgm:cxn modelId="{6EEB725A-C24A-4A4C-BF69-E977DA833811}" type="presParOf" srcId="{6478EAE3-746F-4F58-8D5D-44BB6BD92F53}" destId="{EAA48D7E-A5E6-4B75-8B94-A4C6AF7089AF}" srcOrd="0" destOrd="0" presId="urn:microsoft.com/office/officeart/2005/8/layout/chevron2"/>
    <dgm:cxn modelId="{00C402EA-2A85-4B6C-AF9F-B52B2ADA1142}" type="presParOf" srcId="{6478EAE3-746F-4F58-8D5D-44BB6BD92F53}" destId="{A04A16E0-49FE-44E1-A4D5-4C283BC2E7E9}" srcOrd="1" destOrd="0" presId="urn:microsoft.com/office/officeart/2005/8/layout/chevron2"/>
    <dgm:cxn modelId="{B56FB417-86ED-45E8-BA16-F5A186348480}" type="presParOf" srcId="{97A9DDC3-1CC3-4B34-94BD-ECBE7C4213C0}" destId="{55BCDA41-727E-471C-A6EE-DD5E03FFE421}" srcOrd="5" destOrd="0" presId="urn:microsoft.com/office/officeart/2005/8/layout/chevron2"/>
    <dgm:cxn modelId="{057C9F73-642F-4CB5-835A-68251C714712}" type="presParOf" srcId="{97A9DDC3-1CC3-4B34-94BD-ECBE7C4213C0}" destId="{19DC3922-FCA0-4CC9-9580-E475A0C28FBD}" srcOrd="6" destOrd="0" presId="urn:microsoft.com/office/officeart/2005/8/layout/chevron2"/>
    <dgm:cxn modelId="{EC51EFFE-E203-4A8D-8525-352CF4DFF9B6}" type="presParOf" srcId="{19DC3922-FCA0-4CC9-9580-E475A0C28FBD}" destId="{0AC27843-A1C6-4E22-8729-89FB36A02CED}" srcOrd="0" destOrd="0" presId="urn:microsoft.com/office/officeart/2005/8/layout/chevron2"/>
    <dgm:cxn modelId="{0E63413E-6A40-4A1C-820D-7209A3BE0D8D}" type="presParOf" srcId="{19DC3922-FCA0-4CC9-9580-E475A0C28FBD}" destId="{7D261085-5C77-417B-83B1-0174F5544A23}" srcOrd="1" destOrd="0" presId="urn:microsoft.com/office/officeart/2005/8/layout/chevron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57BD5CE-065D-41C5-8A3E-2B6CC424F084}">
      <dsp:nvSpPr>
        <dsp:cNvPr id="0" name=""/>
        <dsp:cNvSpPr/>
      </dsp:nvSpPr>
      <dsp:spPr>
        <a:xfrm rot="5400000">
          <a:off x="-191059" y="192418"/>
          <a:ext cx="1273730" cy="8916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447165"/>
        <a:ext cx="891611" cy="382119"/>
      </dsp:txXfrm>
    </dsp:sp>
    <dsp:sp modelId="{80EFB892-5DC9-412A-8024-5FCC730724E2}">
      <dsp:nvSpPr>
        <dsp:cNvPr id="0" name=""/>
        <dsp:cNvSpPr/>
      </dsp:nvSpPr>
      <dsp:spPr>
        <a:xfrm rot="5400000">
          <a:off x="3357338" y="-2464368"/>
          <a:ext cx="827925" cy="57593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3400" kern="1200"/>
            <a:t>Ursprünge</a:t>
          </a:r>
          <a:endParaRPr lang="de-DE" sz="3400" kern="1200" dirty="0"/>
        </a:p>
      </dsp:txBody>
      <dsp:txXfrm rot="-5400000">
        <a:off x="891611" y="41775"/>
        <a:ext cx="5718963" cy="747093"/>
      </dsp:txXfrm>
    </dsp:sp>
    <dsp:sp modelId="{6E1DBE4A-DDAC-4C3E-8669-D66E787FB50B}">
      <dsp:nvSpPr>
        <dsp:cNvPr id="0" name=""/>
        <dsp:cNvSpPr/>
      </dsp:nvSpPr>
      <dsp:spPr>
        <a:xfrm rot="5400000">
          <a:off x="-191059" y="1319674"/>
          <a:ext cx="1273730" cy="8916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/>
        </a:p>
      </dsp:txBody>
      <dsp:txXfrm rot="-5400000">
        <a:off x="1" y="1574421"/>
        <a:ext cx="891611" cy="382119"/>
      </dsp:txXfrm>
    </dsp:sp>
    <dsp:sp modelId="{74FCF22E-C255-4E39-8701-2643373BF137}">
      <dsp:nvSpPr>
        <dsp:cNvPr id="0" name=""/>
        <dsp:cNvSpPr/>
      </dsp:nvSpPr>
      <dsp:spPr>
        <a:xfrm rot="5400000">
          <a:off x="3357338" y="-1337112"/>
          <a:ext cx="827925" cy="57593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400" kern="1200" dirty="0"/>
            <a:t>Funktionsweise mit Beispiel</a:t>
          </a:r>
        </a:p>
      </dsp:txBody>
      <dsp:txXfrm rot="-5400000">
        <a:off x="891611" y="1169031"/>
        <a:ext cx="5718963" cy="747093"/>
      </dsp:txXfrm>
    </dsp:sp>
    <dsp:sp modelId="{EAA48D7E-A5E6-4B75-8B94-A4C6AF7089AF}">
      <dsp:nvSpPr>
        <dsp:cNvPr id="0" name=""/>
        <dsp:cNvSpPr/>
      </dsp:nvSpPr>
      <dsp:spPr>
        <a:xfrm rot="5400000">
          <a:off x="-191059" y="2446930"/>
          <a:ext cx="1273730" cy="8916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2701677"/>
        <a:ext cx="891611" cy="382119"/>
      </dsp:txXfrm>
    </dsp:sp>
    <dsp:sp modelId="{A04A16E0-49FE-44E1-A4D5-4C283BC2E7E9}">
      <dsp:nvSpPr>
        <dsp:cNvPr id="0" name=""/>
        <dsp:cNvSpPr/>
      </dsp:nvSpPr>
      <dsp:spPr>
        <a:xfrm rot="5400000">
          <a:off x="3357338" y="-209856"/>
          <a:ext cx="827925" cy="57593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400" kern="1200" dirty="0"/>
            <a:t>Vor- und Nachteile</a:t>
          </a:r>
        </a:p>
      </dsp:txBody>
      <dsp:txXfrm rot="-5400000">
        <a:off x="891611" y="2296287"/>
        <a:ext cx="5718963" cy="747093"/>
      </dsp:txXfrm>
    </dsp:sp>
    <dsp:sp modelId="{0AC27843-A1C6-4E22-8729-89FB36A02CED}">
      <dsp:nvSpPr>
        <dsp:cNvPr id="0" name=""/>
        <dsp:cNvSpPr/>
      </dsp:nvSpPr>
      <dsp:spPr>
        <a:xfrm rot="5400000">
          <a:off x="-191059" y="3574186"/>
          <a:ext cx="1273730" cy="891611"/>
        </a:xfrm>
        <a:prstGeom prst="chevron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510" tIns="16510" rIns="16510" bIns="16510" numCol="1" spcCol="1270" anchor="ctr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de-DE" sz="2600" kern="1200" dirty="0"/>
        </a:p>
      </dsp:txBody>
      <dsp:txXfrm rot="-5400000">
        <a:off x="1" y="3828933"/>
        <a:ext cx="891611" cy="382119"/>
      </dsp:txXfrm>
    </dsp:sp>
    <dsp:sp modelId="{7D261085-5C77-417B-83B1-0174F5544A23}">
      <dsp:nvSpPr>
        <dsp:cNvPr id="0" name=""/>
        <dsp:cNvSpPr/>
      </dsp:nvSpPr>
      <dsp:spPr>
        <a:xfrm rot="5400000">
          <a:off x="3357338" y="917399"/>
          <a:ext cx="827925" cy="5759379"/>
        </a:xfrm>
        <a:prstGeom prst="round2Same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22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41808" tIns="21590" rIns="21590" bIns="21590" numCol="1" spcCol="1270" anchor="ctr" anchorCtr="0">
          <a:noAutofit/>
        </a:bodyPr>
        <a:lstStyle/>
        <a:p>
          <a:pPr marL="285750" lvl="1" indent="-285750" algn="l" defTabSz="15113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de-DE" sz="3400" kern="1200" dirty="0"/>
            <a:t>Quellen</a:t>
          </a:r>
        </a:p>
      </dsp:txBody>
      <dsp:txXfrm rot="-5400000">
        <a:off x="891611" y="3423542"/>
        <a:ext cx="5718963" cy="7470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2">
  <dgm:title val=""/>
  <dgm:desc val=""/>
  <dgm:catLst>
    <dgm:cat type="process" pri="12000"/>
    <dgm:cat type="list" pri="16000"/>
    <dgm:cat type="convert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</dgm:ptLst>
      <dgm:cxnLst>
        <dgm:cxn modelId="4" srcId="0" destId="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linearFlow">
    <dgm:varLst>
      <dgm:dir/>
      <dgm:animLvl val="lvl"/>
      <dgm:resizeHandles val="exact"/>
    </dgm:varLst>
    <dgm:alg type="lin">
      <dgm:param type="linDir" val="fromT"/>
      <dgm:param type="nodeHorzAlign" val="l"/>
    </dgm:alg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h" for="des" forName="parentText" op="equ"/>
      <dgm:constr type="h" for="ch" forName="sp" val="-14.88"/>
      <dgm:constr type="h" for="ch" forName="sp" refType="w" refFor="des" refForName="parentText" op="gte" fact="-0.3"/>
      <dgm:constr type="primFontSz" for="des" forName="parentText" op="equ" val="65"/>
      <dgm:constr type="primFontSz" for="des" forName="descendantText" op="equ" val="65"/>
    </dgm:constrLst>
    <dgm:ruleLst/>
    <dgm:forEach name="Name0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1">
          <dgm:if name="Name2" func="var" arg="dir" op="equ" val="norm">
            <dgm:constrLst>
              <dgm:constr type="t" for="ch" forName="parentText"/>
              <dgm:constr type="l" for="ch" forName="parentText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 refType="w" refFor="ch" refForName="pare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if>
          <dgm:else name="Name3">
            <dgm:constrLst>
              <dgm:constr type="t" for="ch" forName="parentText"/>
              <dgm:constr type="r" for="ch" forName="parentText" refType="w"/>
              <dgm:constr type="w" for="ch" forName="parentText" refType="w" fact="0.4"/>
              <dgm:constr type="h" for="ch" forName="parentText" refType="h"/>
              <dgm:constr type="w" for="ch" forName="parentText" refType="w" op="lte" fact="0.5"/>
              <dgm:constr type="w" for="ch" forName="parentText" refType="h" refFor="ch" refForName="parentText" op="lte" fact="0.7"/>
              <dgm:constr type="h" for="ch" forName="parentText" refType="w" refFor="ch" refForName="parentText" op="lte" fact="3"/>
              <dgm:constr type="l" for="ch" forName="descendantText"/>
              <dgm:constr type="w" for="ch" forName="descendantText" refType="w"/>
              <dgm:constr type="wOff" for="ch" forName="descendantText" refType="w" refFor="ch" refForName="parentText" fact="-1"/>
              <dgm:constr type="t" for="ch" forName="descendantText"/>
              <dgm:constr type="b" for="ch" forName="descendantText" refType="h" refFor="ch" refForName="parentText"/>
              <dgm:constr type="bOff" for="ch" forName="descendantText" refType="w" refFor="ch" refForName="parentText" fact="-0.5"/>
            </dgm:constrLst>
          </dgm:else>
        </dgm:choose>
        <dgm:ruleLst/>
        <dgm:layoutNode name="parentText" styleLbl="alignNode1">
          <dgm:varLst>
            <dgm:chMax val="1"/>
            <dgm:bulletEnabled val="1"/>
          </dgm:varLst>
          <dgm:alg type="tx"/>
          <dgm:shape xmlns:r="http://schemas.openxmlformats.org/officeDocument/2006/relationships" rot="90" type="chevron" r:blip="">
            <dgm:adjLst/>
          </dgm:shape>
          <dgm:presOf axis="self" ptType="node"/>
          <dgm:constrLst>
            <dgm:constr type="lMarg" refType="primFontSz" fact="0.05"/>
            <dgm:constr type="rMarg" refType="primFontSz" fact="0.05"/>
            <dgm:constr type="tMarg" refType="primFontSz" fact="0.05"/>
            <dgm:constr type="bMarg" refType="primFontSz" fact="0.05"/>
          </dgm:constrLst>
          <dgm:ruleLst>
            <dgm:rule type="h" val="100" fact="NaN" max="NaN"/>
            <dgm:rule type="primFontSz" val="24" fact="NaN" max="NaN"/>
            <dgm:rule type="h" val="110" fact="NaN" max="NaN"/>
            <dgm:rule type="primFontSz" val="18" fact="NaN" max="NaN"/>
            <dgm:rule type="h" val="INF" fact="NaN" max="NaN"/>
            <dgm:rule type="primFontSz" val="5" fact="NaN" max="NaN"/>
          </dgm:ruleLst>
        </dgm:layoutNode>
        <dgm:layoutNode name="descendantText" styleLbl="alignAcc1">
          <dgm:varLst>
            <dgm:bulletEnabled val="1"/>
          </dgm:varLst>
          <dgm:choose name="Name4">
            <dgm:if name="Name5" func="var" arg="dir" op="equ" val="norm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90" type="round2SameRect" r:blip="">
                <dgm:adjLst/>
              </dgm:shape>
            </dgm:if>
            <dgm:else name="Name6"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rot="-90" type="round2SameRect" r:blip="">
                <dgm:adjLst/>
              </dgm:shape>
            </dgm:else>
          </dgm:choose>
          <dgm:presOf axis="des" ptType="node"/>
          <dgm:choose name="Name7">
            <dgm:if name="Name8" func="var" arg="dir" op="equ" val="norm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rMarg" refType="primFontSz" fact="0.05"/>
              </dgm:constrLst>
            </dgm:if>
            <dgm:else name="Name9">
              <dgm:constrLst>
                <dgm:constr type="secFontSz" refType="primFontSz"/>
                <dgm:constr type="tMarg" refType="primFontSz" fact="0.05"/>
                <dgm:constr type="bMarg" refType="primFontSz" fact="0.05"/>
                <dgm:constr type="lMarg" refType="primFontSz" fact="0.05"/>
              </dgm:constrLst>
            </dgm:else>
          </dgm:choose>
          <dgm:ruleLst>
            <dgm:rule type="primFontSz" val="5" fact="NaN" max="NaN"/>
          </dgm:ruleLst>
        </dgm:layoutNode>
      </dgm:layoutNode>
      <dgm:forEach name="Name10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>
            <dgm:constr type="w" val="1"/>
            <dgm:constr type="h" val="37.5"/>
          </dgm:constrLst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0C0E73A2-7092-4392-84F1-3732E1FB45F1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A975D426-A9DD-4244-A2CE-1FB6623742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484457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E38F298-2D69-4AEB-8F4E-CFAD95266D0C}" type="datetime1">
              <a:rPr lang="de-DE" smtClean="0"/>
              <a:t>22.12.2021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01B41D33-19C8-4450-B3C5-BE83E9C8F0B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455252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67631F97-06CB-4BE4-9818-F59150691459}" type="datetime1">
              <a:rPr lang="de-DE" smtClean="0"/>
              <a:t>22.12.2021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3641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dirty="0"/>
              <a:t>Reduzierung der Lagerbestände: Weniger Material musste gleichzeitig auf Lager sein um reibungslose/ununterbrochene Versorgung zu gewährleisten</a:t>
            </a:r>
          </a:p>
          <a:p>
            <a:r>
              <a:rPr lang="de-DE" dirty="0"/>
              <a:t>Erhöhte Lieferfähigkeit: Lieferanten bekommen schnell Informationen über gebrauchte Artikel -&gt; ununterbrochene, schnelle Informationsversorgung ermöglicht schnelle Aktionen/Reaktionen</a:t>
            </a:r>
          </a:p>
          <a:p>
            <a:r>
              <a:rPr lang="de-DE" dirty="0"/>
              <a:t>Pull-Methode: Nachschub wird erst dann angefordert, wenn Vorrat leer wird</a:t>
            </a:r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B07EE75F-7AC2-42D2-BB6D-48E66DE63828}" type="datetime1">
              <a:rPr lang="de-DE" smtClean="0"/>
              <a:t>22.12.2021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517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de-DE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Management über Kanban zwingt zur Behebung von Problemen, da Karte nicht getauscht werden kann</a:t>
            </a:r>
          </a:p>
          <a:p>
            <a:r>
              <a:rPr lang="de-DE" b="0" dirty="0">
                <a:solidFill>
                  <a:srgbClr val="E5C07B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 Vor Projektstart müssen Regeln festgelegt werden, z.B. ab wann Aufgabe als erledigt gilt</a:t>
            </a:r>
          </a:p>
          <a:p>
            <a:pPr marL="171450" indent="-171450">
              <a:buFontTx/>
              <a:buChar char="-"/>
            </a:pPr>
            <a:r>
              <a:rPr lang="de-DE" b="0" dirty="0">
                <a:solidFill>
                  <a:srgbClr val="ABB2BF"/>
                </a:solidFill>
                <a:effectLst/>
                <a:latin typeface="Consolas" panose="020B0609020204030204" pitchFamily="49" charset="0"/>
              </a:rPr>
              <a:t>Karte muss nach rechts wandern (Aufgabe muss erfüllt werden), bevor neue Karte genommen werden kann</a:t>
            </a:r>
          </a:p>
          <a:p>
            <a:pPr marL="171450" indent="-171450">
              <a:buFontTx/>
              <a:buChar char="-"/>
            </a:pP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Stop</a:t>
            </a:r>
            <a:r>
              <a:rPr lang="de-DE" dirty="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starting</a:t>
            </a:r>
            <a:r>
              <a:rPr lang="de-DE" dirty="0">
                <a:solidFill>
                  <a:srgbClr val="ABB2BF"/>
                </a:solidFill>
                <a:latin typeface="Consolas" panose="020B0609020204030204" pitchFamily="49" charset="0"/>
              </a:rPr>
              <a:t>, </a:t>
            </a: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start</a:t>
            </a:r>
            <a:r>
              <a:rPr lang="de-DE" dirty="0">
                <a:solidFill>
                  <a:srgbClr val="ABB2BF"/>
                </a:solidFill>
                <a:latin typeface="Consolas" panose="020B0609020204030204" pitchFamily="49" charset="0"/>
              </a:rPr>
              <a:t> </a:t>
            </a:r>
            <a:r>
              <a:rPr lang="de-DE" dirty="0" err="1">
                <a:solidFill>
                  <a:srgbClr val="ABB2BF"/>
                </a:solidFill>
                <a:latin typeface="Consolas" panose="020B0609020204030204" pitchFamily="49" charset="0"/>
              </a:rPr>
              <a:t>finishing</a:t>
            </a:r>
            <a:endParaRPr lang="de-DE" dirty="0">
              <a:solidFill>
                <a:srgbClr val="ABB2BF"/>
              </a:solidFill>
              <a:latin typeface="Consolas" panose="020B0609020204030204" pitchFamily="49" charset="0"/>
            </a:endParaRPr>
          </a:p>
          <a:p>
            <a:pPr marL="171450" indent="-171450">
              <a:buFontTx/>
              <a:buChar char="-"/>
            </a:pPr>
            <a:endParaRPr lang="de-DE" b="0" dirty="0">
              <a:solidFill>
                <a:srgbClr val="ABB2BF"/>
              </a:solidFill>
              <a:effectLst/>
              <a:latin typeface="Consolas" panose="020B0609020204030204" pitchFamily="49" charset="0"/>
            </a:endParaRPr>
          </a:p>
          <a:p>
            <a:endParaRPr lang="de-DE" dirty="0"/>
          </a:p>
        </p:txBody>
      </p:sp>
      <p:sp>
        <p:nvSpPr>
          <p:cNvPr id="4" name="Datumsplatzhalter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68A3EFF5-E5D6-4088-AEE1-633AEB1E0174}" type="datetime1">
              <a:rPr lang="de-DE" smtClean="0"/>
              <a:t>22.12.2021</a:t>
            </a:fld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01B41D33-19C8-4450-B3C5-BE83E9C8F0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4598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/>
          <p:nvPr/>
        </p:nvSpPr>
        <p:spPr>
          <a:xfrm>
            <a:off x="446534" y="3085764"/>
            <a:ext cx="11298932" cy="3338149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rtlCol="0" anchor="b">
            <a:normAutofit/>
          </a:bodyPr>
          <a:lstStyle>
            <a:lvl1pPr>
              <a:defRPr sz="3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rtl="0"/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FA0ACE7-29A8-47D3-A7D9-257B711D80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2551FC-D93E-4165-84F4-BDED56F0DA43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DEC604B9-52E9-4810-8359-47206518D0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5898A89F-CA25-400F-B05A-AECBF2517E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0017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947264"/>
          </a:xfrm>
        </p:spPr>
        <p:txBody>
          <a:bodyPr rtlCol="0"/>
          <a:lstStyle/>
          <a:p>
            <a:pPr rtl="0"/>
            <a:r>
              <a:rPr lang="de-DE" dirty="0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81192" y="1793799"/>
            <a:ext cx="11029615" cy="418155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770E6237-3456-439F-802D-3BA93FC7E3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1EACAA57-9687-4342-AB09-A26CB49F467F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1356D3B5-6063-4A89-B88F-9D3043916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02B78BF7-69D3-4CE0-A631-50EFD41EE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24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3" y="2393950"/>
            <a:ext cx="11029615" cy="2147467"/>
          </a:xfrm>
        </p:spPr>
        <p:txBody>
          <a:bodyPr rtlCol="0" anchor="b">
            <a:normAutofit/>
          </a:bodyPr>
          <a:lstStyle>
            <a:lvl1pPr algn="l">
              <a:defRPr sz="3600" b="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61582016-5696-4A93-887F-BBB3B9002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758A63F-41DF-4680-AA06-C9629EB61408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857CFCD5-1192-4E18-8A8F-29E153B44D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E39A109E-5018-4794-92B3-FD5E5BCD95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680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194767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416039" y="2228003"/>
            <a:ext cx="5194769" cy="3633047"/>
          </a:xfrm>
        </p:spPr>
        <p:txBody>
          <a:bodyPr rtlCol="0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ABA1B5-16E2-4032-82A7-5EE6A0CF0ECB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3323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el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1" y="2250891"/>
            <a:ext cx="5194769" cy="557784"/>
          </a:xfrm>
        </p:spPr>
        <p:txBody>
          <a:bodyPr rtlCol="0" anchor="ctr">
            <a:noAutofit/>
          </a:bodyPr>
          <a:lstStyle>
            <a:lvl1pPr marL="0" indent="0">
              <a:buNone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194766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416039" y="2250892"/>
            <a:ext cx="5194770" cy="553373"/>
          </a:xfrm>
        </p:spPr>
        <p:txBody>
          <a:bodyPr rtlCol="0" anchor="ctr">
            <a:noAutofit/>
          </a:bodyPr>
          <a:lstStyle>
            <a:lvl1pPr marL="0" marR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 sz="20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1"/>
              </a:buClr>
              <a:buSzPct val="92000"/>
              <a:buFont typeface="Wingdings 2" panose="05020102010507070707" pitchFamily="18" charset="2"/>
              <a:buNone/>
              <a:tabLst/>
              <a:defRPr/>
            </a:pPr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416037" y="2926052"/>
            <a:ext cx="5194771" cy="2934999"/>
          </a:xfrm>
        </p:spPr>
        <p:txBody>
          <a:bodyPr rtlCol="0" anchor="t">
            <a:normAutofit/>
          </a:bodyPr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103D3AF-F4EB-458A-AD6A-68D265FC3454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804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umsplatzhalter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5DE707C-3104-4689-8412-0F6DDB4551B9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363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7AF18EC-D2A6-40F9-A8A5-2F8E183269F3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94949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/>
          <p:cNvSpPr>
            <a:spLocks noChangeAspect="1"/>
          </p:cNvSpPr>
          <p:nvPr/>
        </p:nvSpPr>
        <p:spPr>
          <a:xfrm>
            <a:off x="447817" y="601200"/>
            <a:ext cx="3682723" cy="5815475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767857" y="933450"/>
            <a:ext cx="3031852" cy="1722419"/>
          </a:xfrm>
        </p:spPr>
        <p:txBody>
          <a:bodyPr rtlCol="0" anchor="b">
            <a:normAutofit/>
          </a:bodyPr>
          <a:lstStyle>
            <a:lvl1pPr algn="l">
              <a:defRPr sz="22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900928" y="1179829"/>
            <a:ext cx="6650991" cy="4658216"/>
          </a:xfrm>
        </p:spPr>
        <p:txBody>
          <a:bodyPr rtlCol="0"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767857" y="2836654"/>
            <a:ext cx="3031852" cy="3001392"/>
          </a:xfrm>
        </p:spPr>
        <p:txBody>
          <a:bodyPr rtlCol="0" anchor="t"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8" name="Datumsplatzhalter 7">
            <a:extLst>
              <a:ext uri="{FF2B5EF4-FFF2-40B4-BE49-F238E27FC236}">
                <a16:creationId xmlns:a16="http://schemas.microsoft.com/office/drawing/2014/main" id="{0B919CC2-2A65-446F-B538-9E624903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05951" y="6456916"/>
            <a:ext cx="2844799" cy="365125"/>
          </a:xfrm>
        </p:spPr>
        <p:txBody>
          <a:bodyPr rtlCol="0"/>
          <a:lstStyle/>
          <a:p>
            <a:pPr rtl="0"/>
            <a:fld id="{B3A102EE-CD3F-4A2F-9053-C29728CB1011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B72412AE-119E-4982-8B24-63365EFCA7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81192" y="6452590"/>
            <a:ext cx="6917210" cy="365125"/>
          </a:xfrm>
        </p:spPr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7FC4BB19-6AD1-45CF-9F99-00B109890F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58300" y="6456916"/>
            <a:ext cx="1052510" cy="365125"/>
          </a:xfrm>
        </p:spPr>
        <p:txBody>
          <a:bodyPr rtlCol="0"/>
          <a:lstStyle/>
          <a:p>
            <a:pPr rtl="0"/>
            <a:fld id="{3A98EE3D-8CD1-4C3F-BD1C-C98C9596463C}" type="slidenum">
              <a:rPr lang="en-US" smtClean="0"/>
              <a:pPr rtl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1766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rtlCol="0" anchor="b">
            <a:normAutofit/>
          </a:bodyPr>
          <a:lstStyle>
            <a:lvl1pPr algn="l">
              <a:defRPr sz="2400" b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447817" y="641350"/>
            <a:ext cx="11290859" cy="3651249"/>
          </a:xfrm>
        </p:spPr>
        <p:txBody>
          <a:bodyPr rtlCol="0"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998148"/>
          </a:xfrm>
        </p:spPr>
        <p:txBody>
          <a:bodyPr rtlCol="0"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DDDE67-7CE9-4803-85F4-41BA37A61086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algn="l"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732895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el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4CFAD13-5C42-46A1-853A-BFA8D74AA874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3591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/>
          <p:cNvSpPr>
            <a:spLocks noChangeAspect="1"/>
          </p:cNvSpPr>
          <p:nvPr/>
        </p:nvSpPr>
        <p:spPr>
          <a:xfrm>
            <a:off x="8058151" y="599725"/>
            <a:ext cx="3687316" cy="5816950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204200" y="863600"/>
            <a:ext cx="3124200" cy="4807326"/>
          </a:xfrm>
        </p:spPr>
        <p:txBody>
          <a:bodyPr vert="eaVert" rtlCol="0" anchor="ctr"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774923" y="863600"/>
            <a:ext cx="7161625" cy="4807326"/>
          </a:xfrm>
        </p:spPr>
        <p:txBody>
          <a:bodyPr vert="eaVert" rtlCol="0" anchor="t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F6423B97-A5D4-47B9-8861-73B3707A04CF}"/>
              </a:ext>
            </a:extLst>
          </p:cNvPr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AEC0421-37B4-4481-A10D-69FDF5EC7909}"/>
              </a:ext>
            </a:extLst>
          </p:cNvPr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hteck 9">
            <a:extLst>
              <a:ext uri="{FF2B5EF4-FFF2-40B4-BE49-F238E27FC236}">
                <a16:creationId xmlns:a16="http://schemas.microsoft.com/office/drawing/2014/main" id="{5F7265B5-9F97-4F1E-99E9-74F7B7E62337}"/>
              </a:ext>
            </a:extLst>
          </p:cNvPr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5C74A470-3BD3-4F33-80E5-67E6E87FCB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C603688-5DA1-470D-9D32-C8E43B2EC48A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9A3A30BA-DB50-4D7D-BCDE-17D20FB354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76FF9E58-C0B2-436B-A21C-DB45A00D65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8496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96617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" dirty="0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581192" y="1824224"/>
            <a:ext cx="11029616" cy="416382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rtl="0"/>
            <a:r>
              <a:rPr lang="de"/>
              <a:t>Textmasterformate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7605951" y="6423914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FA1FD891-7F08-4DB0-9FE2-2293B8FA188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581192" y="6423914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558300" y="6423914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9" name="Rechteck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hteck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hteck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3000897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6" r:id="rId1"/>
    <p:sldLayoutId id="2147483757" r:id="rId2"/>
    <p:sldLayoutId id="2147483758" r:id="rId3"/>
    <p:sldLayoutId id="2147483759" r:id="rId4"/>
    <p:sldLayoutId id="2147483711" r:id="rId5"/>
    <p:sldLayoutId id="2147483760" r:id="rId6"/>
    <p:sldLayoutId id="2147483762" r:id="rId7"/>
    <p:sldLayoutId id="2147483706" r:id="rId8"/>
    <p:sldLayoutId id="2147483709" r:id="rId9"/>
    <p:sldLayoutId id="2147483707" r:id="rId10"/>
    <p:sldLayoutId id="2147483708" r:id="rId11"/>
  </p:sldLayoutIdLst>
  <p:hf sldNum="0" hdr="0"/>
  <p:txStyles>
    <p:titleStyle>
      <a:lvl1pPr algn="l" defTabSz="457200" rtl="0" eaLnBrk="1" latinLnBrk="0" hangingPunct="1">
        <a:lnSpc>
          <a:spcPct val="100000"/>
        </a:lnSpc>
        <a:spcBef>
          <a:spcPct val="0"/>
        </a:spcBef>
        <a:buNone/>
        <a:defRPr sz="2800" b="0" kern="1200" cap="all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92000"/>
        <a:buFont typeface="Wingdings 2" panose="05020102010507070707" pitchFamily="18" charset="2"/>
        <a:buChar char="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refa.de/service/refa-lexikon/kanban" TargetMode="External"/><Relationship Id="rId3" Type="http://schemas.openxmlformats.org/officeDocument/2006/relationships/hyperlink" Target="https://www.atlassian.com/de/agile/kanban" TargetMode="External"/><Relationship Id="rId7" Type="http://schemas.openxmlformats.org/officeDocument/2006/relationships/hyperlink" Target="https://www.lepros.de/Glossar/kanban.php" TargetMode="External"/><Relationship Id="rId2" Type="http://schemas.openxmlformats.org/officeDocument/2006/relationships/hyperlink" Target="https://www.it-agile.de/agiles-wissen/kanban/was-ist-kanban/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atlassian.com/de/software/jira" TargetMode="External"/><Relationship Id="rId5" Type="http://schemas.openxmlformats.org/officeDocument/2006/relationships/hyperlink" Target="https://www.ionos.de/digitalguide/websites/web-entwicklung/kanban/" TargetMode="External"/><Relationship Id="rId4" Type="http://schemas.openxmlformats.org/officeDocument/2006/relationships/hyperlink" Target="https://kanbanize.com/de/kanban-ressourcen/kanban-erste-schritte/was-ist-kanban" TargetMode="External"/><Relationship Id="rId9" Type="http://schemas.openxmlformats.org/officeDocument/2006/relationships/hyperlink" Target="https://kanbantool.com/de/kanban-board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hteck 17">
            <a:extLst>
              <a:ext uri="{FF2B5EF4-FFF2-40B4-BE49-F238E27FC236}">
                <a16:creationId xmlns:a16="http://schemas.microsoft.com/office/drawing/2014/main" id="{D6D7A0BC-0046-4CAA-8E7F-DCAFE511EA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1C21E816-31F5-48BB-BD02-D15F2F18B4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</p:spPr>
        <p:txBody>
          <a:bodyPr rtlCol="0">
            <a:normAutofit/>
          </a:bodyPr>
          <a:lstStyle/>
          <a:p>
            <a:pPr rtl="0"/>
            <a:r>
              <a:rPr lang="de" dirty="0"/>
              <a:t>Kanban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835D6E6B-3353-491C-A3C6-F278D6CED8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468233"/>
          </a:xfrm>
        </p:spPr>
        <p:txBody>
          <a:bodyPr rtlCol="0">
            <a:normAutofit/>
          </a:bodyPr>
          <a:lstStyle/>
          <a:p>
            <a:pPr rtl="0"/>
            <a:r>
              <a:rPr lang="de" dirty="0"/>
              <a:t>Sandra saueressig, Kevin Klockow, Lijon Fogel</a:t>
            </a:r>
          </a:p>
        </p:txBody>
      </p:sp>
      <p:sp>
        <p:nvSpPr>
          <p:cNvPr id="20" name="Rechteck 19">
            <a:extLst>
              <a:ext uri="{FF2B5EF4-FFF2-40B4-BE49-F238E27FC236}">
                <a16:creationId xmlns:a16="http://schemas.microsoft.com/office/drawing/2014/main" id="{E7C6334F-6411-41EC-AD7D-179EDD8B58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rgbClr val="4653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Rechteck 21">
            <a:extLst>
              <a:ext uri="{FF2B5EF4-FFF2-40B4-BE49-F238E27FC236}">
                <a16:creationId xmlns:a16="http://schemas.microsoft.com/office/drawing/2014/main" id="{E6B02CEE-3AF8-4349-9B3E-8970E6DF62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Rechteck 23">
            <a:extLst>
              <a:ext uri="{FF2B5EF4-FFF2-40B4-BE49-F238E27FC236}">
                <a16:creationId xmlns:a16="http://schemas.microsoft.com/office/drawing/2014/main" id="{AAA01CF0-3FB5-44EB-B7DE-F2E86374C2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rgbClr val="969F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6" name="Bild 5">
            <a:extLst>
              <a:ext uri="{FF2B5EF4-FFF2-40B4-BE49-F238E27FC236}">
                <a16:creationId xmlns:a16="http://schemas.microsoft.com/office/drawing/2014/main" id="{F1A8C364-94D4-4630-BAD0-78722F34705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142280" y="3081867"/>
            <a:ext cx="9873571" cy="33104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0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C5CAC280-5F77-49D3-AC83-6171EA7FE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Agenda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12F8E1F-CF23-4071-84CC-6F8C4D9DD8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19194141"/>
              </p:ext>
            </p:extLst>
          </p:nvPr>
        </p:nvGraphicFramePr>
        <p:xfrm>
          <a:off x="4900928" y="1179829"/>
          <a:ext cx="6650991" cy="46582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795396F-C4C6-4E5F-BD0C-3C9A41D297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67891FCE-3A99-43D3-B5AE-536CC139264B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F20532B-DEEF-41C6-8EA4-9F1B7A101247}"/>
              </a:ext>
            </a:extLst>
          </p:cNvPr>
          <p:cNvSpPr/>
          <p:nvPr/>
        </p:nvSpPr>
        <p:spPr>
          <a:xfrm>
            <a:off x="6096000" y="1466105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E669E1-D1BC-4A26-A537-2D7A80B3161C}"/>
              </a:ext>
            </a:extLst>
          </p:cNvPr>
          <p:cNvSpPr/>
          <p:nvPr/>
        </p:nvSpPr>
        <p:spPr>
          <a:xfrm>
            <a:off x="6096000" y="2594206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C506D45-DAF1-47EC-80C4-92C518F033EE}"/>
              </a:ext>
            </a:extLst>
          </p:cNvPr>
          <p:cNvSpPr/>
          <p:nvPr/>
        </p:nvSpPr>
        <p:spPr>
          <a:xfrm>
            <a:off x="6095999" y="3722307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C3D14AE-7B16-4831-9E11-96728CFB0F06}"/>
              </a:ext>
            </a:extLst>
          </p:cNvPr>
          <p:cNvSpPr/>
          <p:nvPr/>
        </p:nvSpPr>
        <p:spPr>
          <a:xfrm>
            <a:off x="6095998" y="4850408"/>
            <a:ext cx="177091" cy="20433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2FD89386-D73B-477B-912C-4FC5C266D8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375283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eelOff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F57BD5CE-065D-41C5-8A3E-2B6CC424F084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graphicEl>
                                              <a:dgm id="{F57BD5CE-065D-41C5-8A3E-2B6CC424F084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80EFB892-5DC9-412A-8024-5FCC730724E2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graphicEl>
                                              <a:dgm id="{80EFB892-5DC9-412A-8024-5FCC730724E2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6E1DBE4A-DDAC-4C3E-8669-D66E787FB50B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4">
                                            <p:graphicEl>
                                              <a:dgm id="{6E1DBE4A-DDAC-4C3E-8669-D66E787FB50B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4FCF22E-C255-4E39-8701-2643373BF137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4">
                                            <p:graphicEl>
                                              <a:dgm id="{74FCF22E-C255-4E39-8701-2643373BF137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EAA48D7E-A5E6-4B75-8B94-A4C6AF7089AF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>
                                            <p:graphicEl>
                                              <a:dgm id="{EAA48D7E-A5E6-4B75-8B94-A4C6AF7089AF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A04A16E0-49FE-44E1-A4D5-4C283BC2E7E9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4">
                                            <p:graphicEl>
                                              <a:dgm id="{A04A16E0-49FE-44E1-A4D5-4C283BC2E7E9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0AC27843-A1C6-4E22-8729-89FB36A02CED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>
                                            <p:graphicEl>
                                              <a:dgm id="{0AC27843-A1C6-4E22-8729-89FB36A02CED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graphicEl>
                                              <a:dgm id="{7D261085-5C77-417B-83B1-0174F5544A23}"/>
                                            </p:graphic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4">
                                            <p:graphicEl>
                                              <a:dgm id="{7D261085-5C77-417B-83B1-0174F5544A23}"/>
                                            </p:graphic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 uiExpand="1">
        <p:bldSub>
          <a:bldDgm bld="one"/>
        </p:bldSub>
      </p:bldGraphic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A67C3B7-360B-4714-A68D-DFDE4703FD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Ursprünge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F149C124-B734-432D-9899-4934BAFE2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sz="2800" dirty="0"/>
              <a:t>Kanban, jap. für: Signalkarte</a:t>
            </a:r>
          </a:p>
          <a:p>
            <a:r>
              <a:rPr lang="de-DE" sz="2800" dirty="0"/>
              <a:t>1947 für Toyota entwickelt</a:t>
            </a:r>
          </a:p>
          <a:p>
            <a:r>
              <a:rPr lang="de-DE" sz="2800" dirty="0"/>
              <a:t>Prinzip der Just-in-Time Produktion</a:t>
            </a:r>
          </a:p>
          <a:p>
            <a:pPr lvl="1"/>
            <a:r>
              <a:rPr lang="de-DE" sz="2400" dirty="0"/>
              <a:t>Orientiert an Kundennachfrage -&gt; Pull-System</a:t>
            </a:r>
          </a:p>
          <a:p>
            <a:r>
              <a:rPr lang="de-DE" sz="2800" dirty="0"/>
              <a:t>Ermöglicht Reduzierung der benötigten Lagerbestände </a:t>
            </a:r>
          </a:p>
          <a:p>
            <a:r>
              <a:rPr lang="de-DE" sz="2800" dirty="0"/>
              <a:t>Erhöht Lieferfähigkeit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9D7C6D2-6D1F-485E-8B79-D7CE4100E8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484EA3EE-5E1E-47DB-AB6A-79E64B197845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4C898C3D-4898-42E6-B18C-5E5F4DA577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452481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21A40A3-2127-4E8F-B982-24B0002372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93799"/>
            <a:ext cx="5514808" cy="4181551"/>
          </a:xfrm>
        </p:spPr>
        <p:txBody>
          <a:bodyPr>
            <a:normAutofit/>
          </a:bodyPr>
          <a:lstStyle/>
          <a:p>
            <a:r>
              <a:rPr lang="de-DE" sz="2200" dirty="0"/>
              <a:t>Visualisierung des Projekts anhand einer Kanban-Tafel, auf die alle Mitarbeiter Zugriff haben</a:t>
            </a:r>
          </a:p>
          <a:p>
            <a:r>
              <a:rPr lang="de-DE" sz="2200" dirty="0"/>
              <a:t>Aufteilung in mindestens 3 Spalten, z.B. </a:t>
            </a:r>
            <a:r>
              <a:rPr lang="de-DE" sz="2200" dirty="0" err="1"/>
              <a:t>To</a:t>
            </a:r>
            <a:r>
              <a:rPr lang="de-DE" sz="2200" dirty="0"/>
              <a:t>-Do, In Progress, </a:t>
            </a:r>
            <a:r>
              <a:rPr lang="de-DE" sz="2200" dirty="0" err="1"/>
              <a:t>Done</a:t>
            </a:r>
            <a:endParaRPr lang="de-DE" sz="2200" dirty="0"/>
          </a:p>
          <a:p>
            <a:r>
              <a:rPr lang="de-DE" sz="2200" dirty="0"/>
              <a:t>Je höher die Auftragskarte in der Spalte, desto zeitintensiver der Prozess</a:t>
            </a:r>
          </a:p>
          <a:p>
            <a:endParaRPr lang="de-DE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9F115AF-9EFA-4A5B-BA87-C6BA4AA3DFC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3572" y="1757428"/>
            <a:ext cx="10344856" cy="346848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D0518CD-2857-4D3A-A282-6D263B7235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8895" y="1757428"/>
            <a:ext cx="11274209" cy="399831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D6D37370-2145-45E5-92C4-1CADC5DA75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Funktionsweise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230C6FC-E342-49DF-BE43-B4B679B9E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A8B7EA5-2F67-4DF5-9AE5-BD195B03B72D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AE1E2E19-7C80-4743-A3ED-D957254E31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606259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6" dur="2000" fill="hold"/>
                                        <p:tgtEl>
                                          <p:spTgt spid="6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17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-0.00232 L 0.23659 -0.21922 " pathEditMode="relative" rAng="0" ptsTypes="AA">
                                      <p:cBhvr>
                                        <p:cTn id="18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49" y="-1085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32" dur="2000" fill="hold"/>
                                        <p:tgtEl>
                                          <p:spTgt spid="8"/>
                                        </p:tgtEl>
                                      </p:cBhvr>
                                      <p:by x="50000" y="50000"/>
                                    </p:animScale>
                                  </p:childTnLst>
                                </p:cTn>
                              </p:par>
                              <p:par>
                                <p:cTn id="3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4862 L 0.22031 0.11157 " pathEditMode="relative" rAng="0" ptsTypes="AA">
                                      <p:cBhvr>
                                        <p:cTn id="34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016" y="800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183930-5606-4786-9214-4B1505FF6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Funktionsweise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85586E-32E1-4940-A432-95754482A5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93799"/>
            <a:ext cx="5514808" cy="4181551"/>
          </a:xfrm>
        </p:spPr>
        <p:txBody>
          <a:bodyPr/>
          <a:lstStyle/>
          <a:p>
            <a:r>
              <a:rPr lang="de-DE" sz="2200" dirty="0"/>
              <a:t>Limitierung der Aufträge für ein Team notwendig</a:t>
            </a:r>
          </a:p>
          <a:p>
            <a:pPr lvl="1"/>
            <a:r>
              <a:rPr lang="de-DE" sz="2200" dirty="0"/>
              <a:t>Bei Problemen in einem Team muss diesem erst geholfen werden</a:t>
            </a:r>
          </a:p>
          <a:p>
            <a:r>
              <a:rPr lang="de-DE" sz="2200" dirty="0"/>
              <a:t>Kadenz: Meeting zur Besprechung von Problemen, Feedback etc.</a:t>
            </a:r>
          </a:p>
          <a:p>
            <a:pPr lvl="1"/>
            <a:r>
              <a:rPr lang="de-DE" sz="2200" dirty="0"/>
              <a:t>Nicht notwendig, aber empfohlen für optimalen Workflow, z.B. Täglich, Wöchentlich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76FD58-D442-4346-A531-C185833E0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30A6C9FC-966C-424E-9D3F-73F81A9B7D0A}" type="datetime1">
              <a:rPr lang="de-DE" smtClean="0"/>
              <a:t>22.12.2021</a:t>
            </a:fld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006C9D3-FA75-4A10-8C42-628D6958AC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974149"/>
            <a:ext cx="5810250" cy="1857375"/>
          </a:xfrm>
          <a:prstGeom prst="rect">
            <a:avLst/>
          </a:prstGeom>
        </p:spPr>
      </p:pic>
      <p:sp>
        <p:nvSpPr>
          <p:cNvPr id="9" name="Arrow: Right 8">
            <a:extLst>
              <a:ext uri="{FF2B5EF4-FFF2-40B4-BE49-F238E27FC236}">
                <a16:creationId xmlns:a16="http://schemas.microsoft.com/office/drawing/2014/main" id="{AE489FA9-999E-4B6D-9D18-979434C51379}"/>
              </a:ext>
            </a:extLst>
          </p:cNvPr>
          <p:cNvSpPr/>
          <p:nvPr/>
        </p:nvSpPr>
        <p:spPr>
          <a:xfrm rot="18516628">
            <a:off x="9858208" y="3807539"/>
            <a:ext cx="1404264" cy="60099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E3218B8-05F2-4A21-9DCF-0FE123261918}"/>
              </a:ext>
            </a:extLst>
          </p:cNvPr>
          <p:cNvSpPr txBox="1"/>
          <p:nvPr/>
        </p:nvSpPr>
        <p:spPr>
          <a:xfrm>
            <a:off x="8530994" y="4663951"/>
            <a:ext cx="307981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Visualisierung</a:t>
            </a:r>
            <a:r>
              <a:rPr lang="en-US" dirty="0"/>
              <a:t> der </a:t>
            </a:r>
            <a:r>
              <a:rPr lang="en-US" dirty="0" err="1"/>
              <a:t>Zuweisungen</a:t>
            </a:r>
            <a:endParaRPr lang="de-DE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05E11F87-A9BA-4877-BD76-1B8D59744A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940528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000"/>
                            </p:stCondLst>
                            <p:childTnLst>
                              <p:par>
                                <p:cTn id="1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D7A1FFED-4760-4725-B889-6EE966B3FA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2787" y="2651361"/>
            <a:ext cx="5686425" cy="27813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9BF2416-ED8A-4E96-A8C1-D61D530D0C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Funktionsweise</a:t>
            </a:r>
            <a:endParaRPr lang="de-D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70E7CD-8E66-45F7-A912-BA6DD1706B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800"/>
            <a:ext cx="11029615" cy="535622"/>
          </a:xfrm>
        </p:spPr>
        <p:txBody>
          <a:bodyPr/>
          <a:lstStyle/>
          <a:p>
            <a:r>
              <a:rPr lang="de-DE" sz="1800" dirty="0"/>
              <a:t>Weitere Funktionen möglich: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BCFE2A-8958-48B9-8F79-E526B5962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068DD6B0-D513-4DAB-9721-17B3CED4284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2D8E80E-05C2-44A9-BBA2-5620BFF916E2}"/>
              </a:ext>
            </a:extLst>
          </p:cNvPr>
          <p:cNvSpPr txBox="1"/>
          <p:nvPr/>
        </p:nvSpPr>
        <p:spPr>
          <a:xfrm>
            <a:off x="6911638" y="1498425"/>
            <a:ext cx="28351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Abgabe</a:t>
            </a:r>
            <a:r>
              <a:rPr lang="en-US" sz="2400" dirty="0"/>
              <a:t> Datum/Deadline</a:t>
            </a:r>
            <a:endParaRPr lang="de-DE" sz="2400" dirty="0"/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2D5D8A60-008C-4BD4-A93D-61B3262043B3}"/>
              </a:ext>
            </a:extLst>
          </p:cNvPr>
          <p:cNvSpPr/>
          <p:nvPr/>
        </p:nvSpPr>
        <p:spPr>
          <a:xfrm rot="10800000">
            <a:off x="8410821" y="3336513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Arrow: Right 10" descr="Due Date&#10;">
            <a:extLst>
              <a:ext uri="{FF2B5EF4-FFF2-40B4-BE49-F238E27FC236}">
                <a16:creationId xmlns:a16="http://schemas.microsoft.com/office/drawing/2014/main" id="{47BD6981-1798-4F8F-BE6B-9DA2D03896DB}"/>
              </a:ext>
            </a:extLst>
          </p:cNvPr>
          <p:cNvSpPr/>
          <p:nvPr/>
        </p:nvSpPr>
        <p:spPr>
          <a:xfrm rot="7549317">
            <a:off x="5919761" y="2576962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580B3C89-228C-4D50-9C0D-70B9BC9690B8}"/>
              </a:ext>
            </a:extLst>
          </p:cNvPr>
          <p:cNvSpPr/>
          <p:nvPr/>
        </p:nvSpPr>
        <p:spPr>
          <a:xfrm rot="1662461">
            <a:off x="2051897" y="3477198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474905DF-93CC-44F1-9408-EDE0A7864B03}"/>
              </a:ext>
            </a:extLst>
          </p:cNvPr>
          <p:cNvSpPr/>
          <p:nvPr/>
        </p:nvSpPr>
        <p:spPr>
          <a:xfrm rot="18788289">
            <a:off x="3789567" y="4767223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4F615E0-8E6F-4344-B173-C33FFCAFC6DA}"/>
              </a:ext>
            </a:extLst>
          </p:cNvPr>
          <p:cNvSpPr txBox="1"/>
          <p:nvPr/>
        </p:nvSpPr>
        <p:spPr>
          <a:xfrm>
            <a:off x="9930691" y="3182521"/>
            <a:ext cx="226130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Datei</a:t>
            </a:r>
            <a:br>
              <a:rPr lang="en-US" sz="2400" dirty="0"/>
            </a:br>
            <a:r>
              <a:rPr lang="en-US" sz="2400" dirty="0" err="1"/>
              <a:t>Anhänge</a:t>
            </a:r>
            <a:endParaRPr lang="de-DE" sz="2400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885DA17-2526-42EA-840C-8F226B8E07F4}"/>
              </a:ext>
            </a:extLst>
          </p:cNvPr>
          <p:cNvSpPr txBox="1"/>
          <p:nvPr/>
        </p:nvSpPr>
        <p:spPr>
          <a:xfrm>
            <a:off x="2707441" y="5537484"/>
            <a:ext cx="12668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Priorität</a:t>
            </a:r>
            <a:endParaRPr lang="de-DE" sz="24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656FE43-FFE7-4A20-83E5-F9E0E0B0366F}"/>
              </a:ext>
            </a:extLst>
          </p:cNvPr>
          <p:cNvSpPr txBox="1"/>
          <p:nvPr/>
        </p:nvSpPr>
        <p:spPr>
          <a:xfrm>
            <a:off x="171454" y="2784921"/>
            <a:ext cx="2198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Abstimmungen</a:t>
            </a:r>
            <a:endParaRPr lang="de-DE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1DE69AE9-36ED-4ACD-BB54-0DB7293C35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4773" y="4000603"/>
            <a:ext cx="733425" cy="523875"/>
          </a:xfrm>
          <a:prstGeom prst="rect">
            <a:avLst/>
          </a:prstGeom>
        </p:spPr>
      </p:pic>
      <p:sp>
        <p:nvSpPr>
          <p:cNvPr id="20" name="Arrow: Right 19">
            <a:extLst>
              <a:ext uri="{FF2B5EF4-FFF2-40B4-BE49-F238E27FC236}">
                <a16:creationId xmlns:a16="http://schemas.microsoft.com/office/drawing/2014/main" id="{5DA0F6B6-64E3-49A0-A22A-8E458D061CE2}"/>
              </a:ext>
            </a:extLst>
          </p:cNvPr>
          <p:cNvSpPr/>
          <p:nvPr/>
        </p:nvSpPr>
        <p:spPr>
          <a:xfrm rot="13463687">
            <a:off x="6918897" y="4651435"/>
            <a:ext cx="1374154" cy="664089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2AAC7103-36B9-4A41-A750-8A5C2050216F}"/>
              </a:ext>
            </a:extLst>
          </p:cNvPr>
          <p:cNvSpPr txBox="1"/>
          <p:nvPr/>
        </p:nvSpPr>
        <p:spPr>
          <a:xfrm>
            <a:off x="8189441" y="5512789"/>
            <a:ext cx="269651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Anbindung</a:t>
            </a:r>
            <a:r>
              <a:rPr lang="en-US" sz="2400" dirty="0"/>
              <a:t> </a:t>
            </a:r>
            <a:r>
              <a:rPr lang="en-US" sz="2400" dirty="0" err="1"/>
              <a:t>weiterer</a:t>
            </a:r>
            <a:r>
              <a:rPr lang="en-US" sz="2400" dirty="0"/>
              <a:t> Software</a:t>
            </a:r>
            <a:endParaRPr lang="de-DE" sz="2400" dirty="0"/>
          </a:p>
        </p:txBody>
      </p:sp>
      <p:sp>
        <p:nvSpPr>
          <p:cNvPr id="22" name="Footer Placeholder 21">
            <a:extLst>
              <a:ext uri="{FF2B5EF4-FFF2-40B4-BE49-F238E27FC236}">
                <a16:creationId xmlns:a16="http://schemas.microsoft.com/office/drawing/2014/main" id="{AF71CFA5-7A3C-4D94-8947-F6B9F3CA1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4064762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1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grpId="0" nodeType="withEffect">
                                  <p:stCondLst>
                                    <p:cond delay="2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30" restart="whenNotActive" fill="hold" evtFilter="cancelBubble" nodeType="interactiveSeq">
                <p:stCondLst>
                  <p:cond evt="onClick" delay="0">
                    <p:tgtEl>
                      <p:spTgt spid="11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1" fill="hold">
                      <p:stCondLst>
                        <p:cond delay="0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1"/>
                  </p:tgtEl>
                </p:cond>
              </p:nextCondLst>
            </p:seq>
            <p:seq concurrent="1" nextAc="seek">
              <p:cTn id="36" restart="whenNotActive" fill="hold" evtFilter="cancelBubble" nodeType="interactiveSeq">
                <p:stCondLst>
                  <p:cond evt="onClick" delay="0">
                    <p:tgtEl>
                      <p:spTgt spid="1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7" fill="hold">
                      <p:stCondLst>
                        <p:cond delay="0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0"/>
                  </p:tgtEl>
                </p:cond>
              </p:nextCondLst>
            </p:seq>
            <p:seq concurrent="1" nextAc="seek">
              <p:cTn id="42" restart="whenNotActive" fill="hold" evtFilter="cancelBubble" nodeType="interactiveSeq">
                <p:stCondLst>
                  <p:cond evt="onClick" delay="0">
                    <p:tgtEl>
                      <p:spTgt spid="20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3" fill="hold">
                      <p:stCondLst>
                        <p:cond delay="0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0"/>
                  </p:tgtEl>
                </p:cond>
              </p:nextCondLst>
            </p:seq>
            <p:seq concurrent="1" nextAc="seek">
              <p:cTn id="48" restart="whenNotActive" fill="hold" evtFilter="cancelBubble" nodeType="interactiveSeq">
                <p:stCondLst>
                  <p:cond evt="onClick" delay="0">
                    <p:tgtEl>
                      <p:spTgt spid="1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9" fill="hold">
                      <p:stCondLst>
                        <p:cond delay="0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3"/>
                  </p:tgtEl>
                </p:cond>
              </p:nextCondLst>
            </p:seq>
            <p:seq concurrent="1" nextAc="seek">
              <p:cTn id="54" restart="whenNotActive" fill="hold" evtFilter="cancelBubble" nodeType="interactiveSeq">
                <p:stCondLst>
                  <p:cond evt="onClick" delay="0">
                    <p:tgtEl>
                      <p:spTgt spid="1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55" fill="hold">
                      <p:stCondLst>
                        <p:cond delay="0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2"/>
                  </p:tgtEl>
                </p:cond>
              </p:nextCondLst>
            </p:seq>
          </p:childTnLst>
        </p:cTn>
      </p:par>
    </p:tnLst>
    <p:bldLst>
      <p:bldP spid="7" grpId="0"/>
      <p:bldP spid="10" grpId="0" animBg="1"/>
      <p:bldP spid="11" grpId="0" animBg="1"/>
      <p:bldP spid="12" grpId="0" animBg="1"/>
      <p:bldP spid="13" grpId="0" animBg="1"/>
      <p:bldP spid="15" grpId="0"/>
      <p:bldP spid="16" grpId="0"/>
      <p:bldP spid="17" grpId="0"/>
      <p:bldP spid="20" grpId="0" animBg="1"/>
      <p:bldP spid="2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617A06D-3746-438D-81D5-C7444891C1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PRINZIPE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845D4C9D-AF6C-4D1E-9CBE-08F3BE89F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de-DE" sz="2400" dirty="0"/>
              <a:t>Visualisierung: Kanban-Board zur einfach Übersicht wie weit Projekt vorangeschritten ist</a:t>
            </a:r>
          </a:p>
          <a:p>
            <a:r>
              <a:rPr lang="de-DE" sz="2400" dirty="0"/>
              <a:t>Limitierung: Maximale Anzahl an Aufträgen pro Spalte -&gt; Effizienz</a:t>
            </a:r>
          </a:p>
          <a:p>
            <a:r>
              <a:rPr lang="de-DE" sz="2400" dirty="0"/>
              <a:t>Management: Blockaden und Engpässe müssen behoben werden, Kapazitäten werden effizient verteilt</a:t>
            </a:r>
          </a:p>
          <a:p>
            <a:r>
              <a:rPr lang="de-DE" sz="2400" dirty="0"/>
              <a:t>Regulierung: Explizite Prozessregeln, werden meist vor Beginn festgelegt</a:t>
            </a:r>
          </a:p>
          <a:p>
            <a:r>
              <a:rPr lang="de-DE" sz="2400" dirty="0"/>
              <a:t>Feedback: Rückmeldungen zur Verbesserung der Arbeitsprozesse durch Kadenzen</a:t>
            </a:r>
          </a:p>
          <a:p>
            <a:r>
              <a:rPr lang="de-DE" sz="2400" dirty="0"/>
              <a:t>Kaizen: Prinzip der dauerhaften Verbesserung, keine Perfektion erreichbar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6B1649D2-3641-46E2-AE80-4C1F78B49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CE500D6-F213-4250-AD84-2816C2E7FC63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365B9A6-F59A-4668-AF30-7E38CFF06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8807792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7708B80-54FE-4D93-ADD2-8FBCA80C22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Vor- Und Nachteile</a:t>
            </a:r>
          </a:p>
        </p:txBody>
      </p:sp>
      <p:graphicFrame>
        <p:nvGraphicFramePr>
          <p:cNvPr id="5" name="Tabelle 5">
            <a:extLst>
              <a:ext uri="{FF2B5EF4-FFF2-40B4-BE49-F238E27FC236}">
                <a16:creationId xmlns:a16="http://schemas.microsoft.com/office/drawing/2014/main" id="{827CC680-1CE7-47AA-999B-934351B0D3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70859413"/>
              </p:ext>
            </p:extLst>
          </p:nvPr>
        </p:nvGraphicFramePr>
        <p:xfrm>
          <a:off x="581025" y="2341563"/>
          <a:ext cx="11029950" cy="3383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514975">
                  <a:extLst>
                    <a:ext uri="{9D8B030D-6E8A-4147-A177-3AD203B41FA5}">
                      <a16:colId xmlns:a16="http://schemas.microsoft.com/office/drawing/2014/main" val="273919491"/>
                    </a:ext>
                  </a:extLst>
                </a:gridCol>
                <a:gridCol w="5514975">
                  <a:extLst>
                    <a:ext uri="{9D8B030D-6E8A-4147-A177-3AD203B41FA5}">
                      <a16:colId xmlns:a16="http://schemas.microsoft.com/office/drawing/2014/main" val="356425979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Vorteile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Nachteile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193197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Offenes/Leicht verständliches Prinzip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Bedarf übergreifender Kompetenzen (bei Problemen)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81698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Mehr Transparenz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Fehlende Zeitplanung -&gt; Probleme mit Deadlines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2672568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Gleichmäßiger Workflow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2000" dirty="0"/>
                        <a:t>Arbeit muss sich in einzelne Schritte aufteilen lassen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80516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Stetige Verbesserung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Übersichtsverlust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bei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zu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großer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Kartenmenge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5176271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Lässt sich in die meisten Situationen integrieren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2000" dirty="0" err="1"/>
                        <a:t>Kein</a:t>
                      </a:r>
                      <a:r>
                        <a:rPr lang="en-US" sz="2000" dirty="0"/>
                        <a:t> </a:t>
                      </a:r>
                      <a:r>
                        <a:rPr lang="en-US" sz="2000" dirty="0" err="1"/>
                        <a:t>Kundenspezisches</a:t>
                      </a:r>
                      <a:r>
                        <a:rPr lang="en-US" sz="2000" dirty="0"/>
                        <a:t> Feedback </a:t>
                      </a:r>
                      <a:r>
                        <a:rPr lang="en-US" sz="2000" dirty="0" err="1"/>
                        <a:t>vorgesehen</a:t>
                      </a:r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757965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2000" dirty="0"/>
                        <a:t>Einfache Anwendung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de-DE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73193486"/>
                  </a:ext>
                </a:extLst>
              </a:tr>
            </a:tbl>
          </a:graphicData>
        </a:graphic>
      </p:graphicFrame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0F5F1BC-1195-4E37-8922-5C2EF3DD7F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736471A2-2501-4DD3-A65F-08F0E61F5B72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2B61442-D97C-4373-B605-77134C9BBF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9647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358209-EBA3-48FA-BBDE-A41547EF8A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842261"/>
          </a:xfrm>
        </p:spPr>
        <p:txBody>
          <a:bodyPr/>
          <a:lstStyle/>
          <a:p>
            <a:r>
              <a:rPr lang="de-DE" dirty="0"/>
              <a:t>Vor-</a:t>
            </a:r>
            <a:r>
              <a:rPr lang="en-US" dirty="0"/>
              <a:t> Und </a:t>
            </a:r>
            <a:r>
              <a:rPr lang="de-DE" dirty="0"/>
              <a:t>Nachteile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00E3C-82EE-4B15-B460-6724AFAF6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FEB30AC7-7212-47AB-A92D-E1CC2E78B145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3BBB3192-D2EF-4070-813D-37D72147F114}"/>
              </a:ext>
            </a:extLst>
          </p:cNvPr>
          <p:cNvSpPr/>
          <p:nvPr/>
        </p:nvSpPr>
        <p:spPr>
          <a:xfrm>
            <a:off x="4168761" y="3258027"/>
            <a:ext cx="3854481" cy="635148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Leicht verständliches Prinzip</a:t>
            </a:r>
            <a:endParaRPr lang="de-DE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30D494A-F29A-4D7C-8C08-F7409FFCD793}"/>
              </a:ext>
            </a:extLst>
          </p:cNvPr>
          <p:cNvSpPr/>
          <p:nvPr/>
        </p:nvSpPr>
        <p:spPr>
          <a:xfrm>
            <a:off x="4168761" y="3260395"/>
            <a:ext cx="3854481" cy="63278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Bedarf übergreifender Kompetenzen </a:t>
            </a:r>
            <a:endParaRPr lang="de-DE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3095459-8BD0-4DCD-82BD-DDDF57DC729D}"/>
              </a:ext>
            </a:extLst>
          </p:cNvPr>
          <p:cNvSpPr/>
          <p:nvPr/>
        </p:nvSpPr>
        <p:spPr>
          <a:xfrm>
            <a:off x="4168761" y="3249949"/>
            <a:ext cx="3854481" cy="64322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800" dirty="0"/>
              <a:t>Hohe Transparenz</a:t>
            </a:r>
            <a:endParaRPr lang="de-DE" dirty="0"/>
          </a:p>
        </p:txBody>
      </p:sp>
      <p:sp>
        <p:nvSpPr>
          <p:cNvPr id="10" name="Flowchart: Alternate Process 9">
            <a:extLst>
              <a:ext uri="{FF2B5EF4-FFF2-40B4-BE49-F238E27FC236}">
                <a16:creationId xmlns:a16="http://schemas.microsoft.com/office/drawing/2014/main" id="{344D1EA8-028C-4021-B608-8F0063D88E68}"/>
              </a:ext>
            </a:extLst>
          </p:cNvPr>
          <p:cNvSpPr/>
          <p:nvPr/>
        </p:nvSpPr>
        <p:spPr>
          <a:xfrm>
            <a:off x="332509" y="5897661"/>
            <a:ext cx="4318243" cy="52502"/>
          </a:xfrm>
          <a:prstGeom prst="flowChartAlternateProcess">
            <a:avLst/>
          </a:prstGeom>
          <a:solidFill>
            <a:srgbClr val="465359"/>
          </a:solidFill>
          <a:ln w="9525">
            <a:solidFill>
              <a:srgbClr val="969F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FD7CD12-8120-4727-B092-FC2DC73FC646}"/>
              </a:ext>
            </a:extLst>
          </p:cNvPr>
          <p:cNvSpPr txBox="1"/>
          <p:nvPr/>
        </p:nvSpPr>
        <p:spPr>
          <a:xfrm>
            <a:off x="2165684" y="6028624"/>
            <a:ext cx="6518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PRO</a:t>
            </a:r>
            <a:endParaRPr lang="de-DE" dirty="0">
              <a:latin typeface="+mj-lt"/>
            </a:endParaRPr>
          </a:p>
        </p:txBody>
      </p:sp>
      <p:sp>
        <p:nvSpPr>
          <p:cNvPr id="12" name="Flowchart: Alternate Process 11">
            <a:extLst>
              <a:ext uri="{FF2B5EF4-FFF2-40B4-BE49-F238E27FC236}">
                <a16:creationId xmlns:a16="http://schemas.microsoft.com/office/drawing/2014/main" id="{0CA7A2AD-B412-40AD-B67B-F21890D241F8}"/>
              </a:ext>
            </a:extLst>
          </p:cNvPr>
          <p:cNvSpPr/>
          <p:nvPr/>
        </p:nvSpPr>
        <p:spPr>
          <a:xfrm>
            <a:off x="7541248" y="5905739"/>
            <a:ext cx="4318243" cy="52502"/>
          </a:xfrm>
          <a:prstGeom prst="flowChartAlternateProcess">
            <a:avLst/>
          </a:prstGeom>
          <a:solidFill>
            <a:srgbClr val="465359"/>
          </a:solidFill>
          <a:ln w="9525">
            <a:solidFill>
              <a:srgbClr val="969FA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2A17F5-EE4E-43DF-8473-3E537B14854D}"/>
              </a:ext>
            </a:extLst>
          </p:cNvPr>
          <p:cNvSpPr txBox="1"/>
          <p:nvPr/>
        </p:nvSpPr>
        <p:spPr>
          <a:xfrm>
            <a:off x="9342367" y="5992998"/>
            <a:ext cx="9654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+mj-lt"/>
              </a:rPr>
              <a:t>Contra</a:t>
            </a:r>
            <a:endParaRPr lang="de-DE" dirty="0">
              <a:latin typeface="+mj-lt"/>
            </a:endParaRP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C2B7CC9F-AC7D-4E90-B16B-A3F8DB2E483D}"/>
              </a:ext>
            </a:extLst>
          </p:cNvPr>
          <p:cNvSpPr/>
          <p:nvPr/>
        </p:nvSpPr>
        <p:spPr>
          <a:xfrm>
            <a:off x="4168761" y="3268475"/>
            <a:ext cx="3854481" cy="624700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dirty="0"/>
              <a:t>Fehlende Zeitplanung -&gt; Probleme mit Deadlines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300460BD-DF6C-489F-8457-C5D3CC6EECCC}"/>
              </a:ext>
            </a:extLst>
          </p:cNvPr>
          <p:cNvSpPr/>
          <p:nvPr/>
        </p:nvSpPr>
        <p:spPr>
          <a:xfrm>
            <a:off x="4168759" y="3278781"/>
            <a:ext cx="3854481" cy="606315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Gleichmäßiger Workflow</a:t>
            </a:r>
            <a:endParaRPr lang="de-DE" dirty="0">
              <a:effectLst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43EFF993-DB6D-4B55-B04C-1AE4E2445E90}"/>
              </a:ext>
            </a:extLst>
          </p:cNvPr>
          <p:cNvSpPr/>
          <p:nvPr/>
        </p:nvSpPr>
        <p:spPr>
          <a:xfrm>
            <a:off x="4168757" y="3268475"/>
            <a:ext cx="3854481" cy="606314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Arbeit muss sich in einzelne Schritte aufteilen lassen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FA0C375-A682-45F3-8C4D-C9D674CA0A14}"/>
              </a:ext>
            </a:extLst>
          </p:cNvPr>
          <p:cNvSpPr/>
          <p:nvPr/>
        </p:nvSpPr>
        <p:spPr>
          <a:xfrm>
            <a:off x="4168755" y="3249950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Stetige Verbesserung</a:t>
            </a:r>
            <a:endParaRPr lang="de-DE" dirty="0">
              <a:effectLst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6FD6762-156C-497E-BFF0-7DBB6721432A}"/>
              </a:ext>
            </a:extLst>
          </p:cNvPr>
          <p:cNvSpPr/>
          <p:nvPr/>
        </p:nvSpPr>
        <p:spPr>
          <a:xfrm>
            <a:off x="4168759" y="3257389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Lässt sich in die meisten Situationen integrieren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E3ED9EF8-42D3-49DF-A6C0-477910688B57}"/>
              </a:ext>
            </a:extLst>
          </p:cNvPr>
          <p:cNvSpPr/>
          <p:nvPr/>
        </p:nvSpPr>
        <p:spPr>
          <a:xfrm>
            <a:off x="4168749" y="3257389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de-DE" dirty="0"/>
              <a:t>Einfache Anwendung</a:t>
            </a:r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77EC135C-38F2-41BD-8AA7-94651F32D675}"/>
              </a:ext>
            </a:extLst>
          </p:cNvPr>
          <p:cNvSpPr/>
          <p:nvPr/>
        </p:nvSpPr>
        <p:spPr>
          <a:xfrm>
            <a:off x="4168759" y="3265906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Übersichtsverlust</a:t>
            </a:r>
            <a:r>
              <a:rPr lang="en-US" dirty="0"/>
              <a:t> </a:t>
            </a:r>
            <a:r>
              <a:rPr lang="en-US" dirty="0" err="1"/>
              <a:t>bei</a:t>
            </a:r>
            <a:r>
              <a:rPr lang="en-US" dirty="0"/>
              <a:t> </a:t>
            </a:r>
            <a:r>
              <a:rPr lang="en-US" dirty="0" err="1"/>
              <a:t>zu</a:t>
            </a:r>
            <a:r>
              <a:rPr lang="en-US" dirty="0"/>
              <a:t> </a:t>
            </a:r>
            <a:r>
              <a:rPr lang="en-US" dirty="0" err="1"/>
              <a:t>großer</a:t>
            </a:r>
            <a:r>
              <a:rPr lang="en-US" dirty="0"/>
              <a:t> </a:t>
            </a:r>
            <a:r>
              <a:rPr lang="en-US" dirty="0" err="1"/>
              <a:t>Kartenmenge</a:t>
            </a:r>
            <a:endParaRPr lang="de-DE" dirty="0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1EDFA4E7-36E5-47D0-B651-7E98477C0183}"/>
              </a:ext>
            </a:extLst>
          </p:cNvPr>
          <p:cNvSpPr/>
          <p:nvPr/>
        </p:nvSpPr>
        <p:spPr>
          <a:xfrm>
            <a:off x="4172998" y="3239695"/>
            <a:ext cx="3854481" cy="615341"/>
          </a:xfrm>
          <a:prstGeom prst="roundRect">
            <a:avLst/>
          </a:prstGeom>
          <a:solidFill>
            <a:schemeClr val="accent1">
              <a:alpha val="50000"/>
            </a:schemeClr>
          </a:solidFill>
          <a:ln>
            <a:solidFill>
              <a:schemeClr val="accent1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 err="1"/>
              <a:t>kein</a:t>
            </a:r>
            <a:r>
              <a:rPr lang="en-US" dirty="0"/>
              <a:t> </a:t>
            </a:r>
            <a:r>
              <a:rPr lang="en-US" dirty="0" err="1"/>
              <a:t>kundenspezifisches</a:t>
            </a:r>
            <a:r>
              <a:rPr lang="en-US" dirty="0"/>
              <a:t> Feedback </a:t>
            </a:r>
            <a:r>
              <a:rPr lang="en-US" dirty="0" err="1"/>
              <a:t>vorgesehen</a:t>
            </a:r>
            <a:endParaRPr lang="de-DE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7C3B9E-D005-43F0-B191-C36E610560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3005554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29661 0.29213 L -0.00052 0.00046 " pathEditMode="relative" rAng="0" ptsTypes="AA">
                                      <p:cBhvr>
                                        <p:cTn id="10" dur="20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5" y="-1458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2500"/>
                            </p:stCondLst>
                            <p:childTnLst>
                              <p:par>
                                <p:cTn id="1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3000"/>
                            </p:stCondLst>
                            <p:childTnLst>
                              <p:par>
                                <p:cTn id="16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13 -0.00093 L 0.29622 0.29328 " pathEditMode="relative" rAng="0" ptsTypes="AA">
                                      <p:cBhvr>
                                        <p:cTn id="17" dur="2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18" y="1469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500"/>
                            </p:stCondLst>
                            <p:childTnLst>
                              <p:par>
                                <p:cTn id="23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1.85185E-6 L -0.29531 0.19838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66" y="9907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7500"/>
                            </p:stCondLst>
                            <p:childTnLst>
                              <p:par>
                                <p:cTn id="2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8000"/>
                            </p:stCondLst>
                            <p:childTnLst>
                              <p:par>
                                <p:cTn id="30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7.40741E-7 L 0.29557 0.2 " pathEditMode="relative" rAng="0" ptsTypes="AA">
                                      <p:cBhvr>
                                        <p:cTn id="3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79" y="100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10500"/>
                            </p:stCondLst>
                            <p:childTnLst>
                              <p:par>
                                <p:cTn id="37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2.22222E-6 L -0.29531 0.10371 " pathEditMode="relative" rAng="0" ptsTypes="AA">
                                      <p:cBhvr>
                                        <p:cTn id="38" dur="2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66" y="5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12500"/>
                            </p:stCondLst>
                            <p:childTnLst>
                              <p:par>
                                <p:cTn id="40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3000"/>
                            </p:stCondLst>
                            <p:childTnLst>
                              <p:par>
                                <p:cTn id="44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3.33333E-6 L 0.29596 0.11065 " pathEditMode="relative" rAng="0" ptsTypes="AA">
                                      <p:cBhvr>
                                        <p:cTn id="45" dur="2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92" y="553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15000"/>
                            </p:stCondLst>
                            <p:childTnLst>
                              <p:par>
                                <p:cTn id="4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5500"/>
                            </p:stCondLst>
                            <p:childTnLst>
                              <p:par>
                                <p:cTn id="51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9453 0.01944 " pathEditMode="relative" rAng="0" ptsTypes="AA">
                                      <p:cBhvr>
                                        <p:cTn id="52" dur="2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27" y="97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7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8000"/>
                            </p:stCondLst>
                            <p:childTnLst>
                              <p:par>
                                <p:cTn id="58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52 0.0007 L 0.29531 0.022 " pathEditMode="relative" rAng="0" ptsTypes="AA">
                                      <p:cBhvr>
                                        <p:cTn id="59" dur="2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792" y="106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20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20500"/>
                            </p:stCondLst>
                            <p:childTnLst>
                              <p:par>
                                <p:cTn id="65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29557 -0.07222 " pathEditMode="relative" rAng="0" ptsTypes="AA">
                                      <p:cBhvr>
                                        <p:cTn id="66" dur="2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779" y="-361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>
                            <p:stCondLst>
                              <p:cond delay="25000"/>
                            </p:stCondLst>
                            <p:childTnLst>
                              <p:par>
                                <p:cTn id="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25500"/>
                            </p:stCondLst>
                            <p:childTnLst>
                              <p:par>
                                <p:cTn id="72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0091 0.00463 L 0.29531 -0.06412 " pathEditMode="relative" rAng="0" ptsTypes="AA">
                                      <p:cBhvr>
                                        <p:cTn id="73" dur="2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4805" y="-344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27500"/>
                            </p:stCondLst>
                            <p:childTnLst>
                              <p:par>
                                <p:cTn id="7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8" fill="hold">
                            <p:stCondLst>
                              <p:cond delay="28000"/>
                            </p:stCondLst>
                            <p:childTnLst>
                              <p:par>
                                <p:cTn id="79" presetID="0" presetClass="path" presetSubtype="0" accel="50000" decel="5000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2.59259E-6 L -0.29596 -0.16135 " pathEditMode="relative" rAng="0" ptsTypes="AA">
                                      <p:cBhvr>
                                        <p:cTn id="80" dur="2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4805" y="-807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7" grpId="0" animBg="1"/>
      <p:bldP spid="7" grpId="1" animBg="1"/>
      <p:bldP spid="17" grpId="0" animBg="1"/>
      <p:bldP spid="17" grpId="1" animBg="1"/>
      <p:bldP spid="19" grpId="0" animBg="1"/>
      <p:bldP spid="19" grpId="1" animBg="1"/>
      <p:bldP spid="21" grpId="0" animBg="1"/>
      <p:bldP spid="21" grpId="1" animBg="1"/>
      <p:bldP spid="22" grpId="0" animBg="1"/>
      <p:bldP spid="22" grpId="1" animBg="1"/>
      <p:bldP spid="26" grpId="0" animBg="1"/>
      <p:bldP spid="26" grpId="1" animBg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7C403A-313A-4993-908F-345D6DCD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Quellen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4CA37BE-A1D0-4378-84CD-ACEFD76016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793799"/>
            <a:ext cx="11029615" cy="3084704"/>
          </a:xfrm>
        </p:spPr>
        <p:txBody>
          <a:bodyPr>
            <a:normAutofit lnSpcReduction="10000"/>
          </a:bodyPr>
          <a:lstStyle/>
          <a:p>
            <a:r>
              <a:rPr lang="de-DE" dirty="0">
                <a:hlinkClick r:id="rId2"/>
              </a:rPr>
              <a:t>Kanban: Was ist das? (Evolutionäres Change Management) (it-agile.de)</a:t>
            </a:r>
            <a:endParaRPr lang="de-DE" dirty="0"/>
          </a:p>
          <a:p>
            <a:r>
              <a:rPr lang="de-DE" dirty="0">
                <a:hlinkClick r:id="rId3"/>
              </a:rPr>
              <a:t>Kanban: Eine kurze Einführung | Atlassian</a:t>
            </a:r>
            <a:endParaRPr lang="de-DE" dirty="0"/>
          </a:p>
          <a:p>
            <a:r>
              <a:rPr lang="de-DE" dirty="0">
                <a:hlinkClick r:id="rId4"/>
              </a:rPr>
              <a:t>Was ist Kanban? Definition und Prinzipien (kanbanize.com)</a:t>
            </a:r>
            <a:endParaRPr lang="de-DE" dirty="0"/>
          </a:p>
          <a:p>
            <a:r>
              <a:rPr lang="de-DE" dirty="0">
                <a:hlinkClick r:id="rId5"/>
              </a:rPr>
              <a:t>Kanban was ist das? Definition &amp; Erklärung </a:t>
            </a:r>
            <a:r>
              <a:rPr lang="de-DE" dirty="0">
                <a:hlinkClick r:id="rId6"/>
              </a:rPr>
              <a:t>–</a:t>
            </a:r>
            <a:r>
              <a:rPr lang="de-DE" dirty="0">
                <a:hlinkClick r:id="rId5"/>
              </a:rPr>
              <a:t> IONOS</a:t>
            </a:r>
            <a:endParaRPr lang="de-DE" dirty="0"/>
          </a:p>
          <a:p>
            <a:r>
              <a:rPr lang="de-DE" dirty="0">
                <a:hlinkClick r:id="rId6"/>
              </a:rPr>
              <a:t>Jira | Software zur Vorgangs- und Projektverfolgung (atlassian.com)</a:t>
            </a:r>
            <a:endParaRPr lang="de-DE" dirty="0"/>
          </a:p>
          <a:p>
            <a:r>
              <a:rPr lang="de-DE" dirty="0">
                <a:hlinkClick r:id="rId7"/>
              </a:rPr>
              <a:t>Kanban - lepros GmbH</a:t>
            </a:r>
            <a:endParaRPr lang="de-DE" dirty="0"/>
          </a:p>
          <a:p>
            <a:r>
              <a:rPr lang="de-DE" dirty="0">
                <a:hlinkClick r:id="rId8"/>
              </a:rPr>
              <a:t>Kanban Definition – Was steckt dahinter? | REFA</a:t>
            </a:r>
            <a:endParaRPr lang="de-DE" dirty="0"/>
          </a:p>
          <a:p>
            <a:r>
              <a:rPr lang="de-DE" dirty="0">
                <a:hlinkClick r:id="rId9"/>
              </a:rPr>
              <a:t>Kanban-Board in 6 Minuten Erklärt | Kanban Tool</a:t>
            </a:r>
            <a:endParaRPr lang="de-DE" dirty="0"/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D6041E96-0060-4147-8186-1E5015C848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E521D988-A0A7-45EF-8010-45D7E322D0EE}" type="datetime1">
              <a:rPr lang="de-DE" smtClean="0"/>
              <a:t>22.12.2021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E16933C-EF5A-4881-B5F9-631A40CDF3B2}"/>
              </a:ext>
            </a:extLst>
          </p:cNvPr>
          <p:cNvSpPr txBox="1"/>
          <p:nvPr/>
        </p:nvSpPr>
        <p:spPr>
          <a:xfrm>
            <a:off x="1482397" y="5097210"/>
            <a:ext cx="9227206" cy="110799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600" b="1" dirty="0">
                <a:latin typeface="Vivaldi" panose="03020602050506090804" pitchFamily="66" charset="0"/>
              </a:rPr>
              <a:t>- </a:t>
            </a:r>
            <a:r>
              <a:rPr lang="en-US" sz="6600" b="1" dirty="0">
                <a:effectLst/>
                <a:latin typeface="Vivaldi" panose="03020602050506090804" pitchFamily="66" charset="0"/>
              </a:rPr>
              <a:t>Stop Starting, start finishing -</a:t>
            </a:r>
            <a:endParaRPr lang="en-US" sz="6600" b="1" dirty="0">
              <a:latin typeface="Vivaldi" panose="03020602050506090804" pitchFamily="66" charset="0"/>
            </a:endParaRP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541EE0-CC38-497C-85E7-8C796244AC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rtl="0"/>
            <a:r>
              <a:rPr lang="en-US"/>
              <a:t>IF11C - Sandra Saueressig, Lijon Fogel, Kevin  Klockow - Kanban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3320815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DividendVTI">
  <a:themeElements>
    <a:clrScheme name="Blue II">
      <a:dk1>
        <a:sysClr val="windowText" lastClr="000000"/>
      </a:dk1>
      <a:lt1>
        <a:sysClr val="window" lastClr="FFFFFF"/>
      </a:lt1>
      <a:dk2>
        <a:srgbClr val="335B74"/>
      </a:dk2>
      <a:lt2>
        <a:srgbClr val="DFE3E5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Dividend">
      <a:majorFont>
        <a:latin typeface="Franklin Gothic Demi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88_TF33552983" id="{576DBA50-8B91-4A4D-83D9-7E9D2BF5E738}" vid="{40B35DA9-BDA0-45AF-A640-2DB6EA94DA72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{9A0451DA-F623-4FFA-8606-87C2F9CA0171}tf33552983_win32</Template>
  <TotalTime>0</TotalTime>
  <Words>636</Words>
  <Application>Microsoft Office PowerPoint</Application>
  <PresentationFormat>Widescreen</PresentationFormat>
  <Paragraphs>107</Paragraphs>
  <Slides>10</Slides>
  <Notes>3</Notes>
  <HiddenSlides>1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8" baseType="lpstr">
      <vt:lpstr>Arial</vt:lpstr>
      <vt:lpstr>Calibri</vt:lpstr>
      <vt:lpstr>Consolas</vt:lpstr>
      <vt:lpstr>Franklin Gothic Book</vt:lpstr>
      <vt:lpstr>Franklin Gothic Demi</vt:lpstr>
      <vt:lpstr>Vivaldi</vt:lpstr>
      <vt:lpstr>Wingdings 2</vt:lpstr>
      <vt:lpstr>DividendVTI</vt:lpstr>
      <vt:lpstr>Kanban</vt:lpstr>
      <vt:lpstr>Agenda</vt:lpstr>
      <vt:lpstr>Ursprünge</vt:lpstr>
      <vt:lpstr>Funktionsweise</vt:lpstr>
      <vt:lpstr>Funktionsweise</vt:lpstr>
      <vt:lpstr>Funktionsweise</vt:lpstr>
      <vt:lpstr>PRINZIPE</vt:lpstr>
      <vt:lpstr>Vor- Und Nachteile</vt:lpstr>
      <vt:lpstr>Vor- Und Nachteile</vt:lpstr>
      <vt:lpstr>Quellen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Kanban</dc:title>
  <dc:creator>Lijon Fogel</dc:creator>
  <cp:lastModifiedBy>Lijon Fogel</cp:lastModifiedBy>
  <cp:revision>28</cp:revision>
  <dcterms:created xsi:type="dcterms:W3CDTF">2021-12-16T07:23:03Z</dcterms:created>
  <dcterms:modified xsi:type="dcterms:W3CDTF">2021-12-22T08:32:40Z</dcterms:modified>
</cp:coreProperties>
</file>